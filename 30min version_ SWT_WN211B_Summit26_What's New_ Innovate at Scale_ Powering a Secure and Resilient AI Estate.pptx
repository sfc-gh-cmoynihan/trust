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4" r:id="rId1"/>
  </p:sldMasterIdLst>
  <p:notesMasterIdLst>
    <p:notesMasterId r:id="rId9"/>
  </p:notesMasterIdLst>
  <p:sldIdLst>
    <p:sldId id="256" r:id="rId2"/>
    <p:sldId id="260" r:id="rId3"/>
    <p:sldId id="261" r:id="rId4"/>
    <p:sldId id="262" r:id="rId5"/>
    <p:sldId id="265" r:id="rId6"/>
    <p:sldId id="286" r:id="rId7"/>
    <p:sldId id="285" r:id="rId8"/>
  </p:sldIdLst>
  <p:sldSz cx="18288000" cy="10287000"/>
  <p:notesSz cx="6858000" cy="9144000"/>
  <p:embeddedFontLst>
    <p:embeddedFont>
      <p:font typeface="Arial Black" panose="020B0604020202020204" pitchFamily="34" charset="0"/>
      <p:bold r:id="rId10"/>
    </p:embeddedFont>
    <p:embeddedFont>
      <p:font typeface="Inter" panose="02000503000000020004"/>
      <p:bold r:id="rId11"/>
      <p:italic r:id="rId12"/>
      <p:boldItalic r:id="rId13"/>
    </p:embeddedFont>
    <p:embeddedFont>
      <p:font typeface="Lato" panose="020F0502020204030203" pitchFamily="34" charset="77"/>
      <p:regular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778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C9BA2E7-DC5C-43F0-99E9-B03DE4E068D4}">
  <a:tblStyle styleId="{7C9BA2E7-DC5C-43F0-99E9-B03DE4E068D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051"/>
    <p:restoredTop sz="94635"/>
  </p:normalViewPr>
  <p:slideViewPr>
    <p:cSldViewPr snapToGrid="0">
      <p:cViewPr varScale="1">
        <p:scale>
          <a:sx n="67" d="100"/>
          <a:sy n="67" d="100"/>
        </p:scale>
        <p:origin x="296" y="176"/>
      </p:cViewPr>
      <p:guideLst>
        <p:guide orient="horz" pos="778"/>
        <p:guide pos="57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5B5B5B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5B5B5B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5B5B5B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5B5B5B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rgbClr val="5B5B5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eb91d3a074_5_2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3eb91d3a074_5_29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0" name="Google Shape;320;g3eb91d3a074_5_29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3e9ba786863_1_5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4" name="Google Shape;354;g3e9ba786863_1_58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1E252F"/>
                </a:solidFill>
              </a:rPr>
              <a:t>AI agents are not just accessing your data and systems and responding to questions. They're taking actions and making decisions. And this </a:t>
            </a:r>
            <a:r>
              <a:rPr lang="en-US" b="1">
                <a:latin typeface="Lato"/>
                <a:ea typeface="Lato"/>
                <a:cs typeface="Lato"/>
                <a:sym typeface="Lato"/>
              </a:rPr>
              <a:t>introduces an entirely new category of security, governance, and trust challenges for organizations to navigate</a:t>
            </a:r>
            <a:r>
              <a:rPr lang="en-US">
                <a:latin typeface="Lato"/>
                <a:ea typeface="Lato"/>
                <a:cs typeface="Lato"/>
                <a:sym typeface="Lato"/>
              </a:rPr>
              <a:t>.</a:t>
            </a:r>
            <a:endParaRPr>
              <a:solidFill>
                <a:srgbClr val="1E252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1E252F"/>
                </a:solidFill>
              </a:rPr>
              <a:t>Based on the </a:t>
            </a:r>
            <a:r>
              <a:rPr lang="en-US" b="1">
                <a:solidFill>
                  <a:srgbClr val="1E252F"/>
                </a:solidFill>
              </a:rPr>
              <a:t>ROI of Gen AI and agents 2026 report, 96% of the surveyed organizations</a:t>
            </a:r>
            <a:r>
              <a:rPr lang="en-US">
                <a:solidFill>
                  <a:srgbClr val="1E252F"/>
                </a:solidFill>
              </a:rPr>
              <a:t> said that they still face </a:t>
            </a:r>
            <a:r>
              <a:rPr lang="en-US" b="1">
                <a:solidFill>
                  <a:srgbClr val="1E252F"/>
                </a:solidFill>
              </a:rPr>
              <a:t>significant challenges scaling AI</a:t>
            </a:r>
            <a:r>
              <a:rPr lang="en-US">
                <a:solidFill>
                  <a:srgbClr val="1E252F"/>
                </a:solidFill>
              </a:rPr>
              <a:t>. </a:t>
            </a:r>
            <a:endParaRPr>
              <a:solidFill>
                <a:srgbClr val="1E252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>
                <a:solidFill>
                  <a:srgbClr val="1E252F"/>
                </a:solidFill>
              </a:rPr>
              <a:t>And we are only in the early innings of what the security transformation looks like. Gartner predicts that </a:t>
            </a:r>
            <a:r>
              <a:rPr lang="en-US" b="1">
                <a:solidFill>
                  <a:srgbClr val="1E252F"/>
                </a:solidFill>
              </a:rPr>
              <a:t>by 2027, 80% of large enterprises will have defined, reusable guardrail practices for their AI agents</a:t>
            </a:r>
            <a:r>
              <a:rPr lang="en-US">
                <a:solidFill>
                  <a:srgbClr val="1E252F"/>
                </a:solidFill>
              </a:rPr>
              <a:t>. </a:t>
            </a:r>
            <a:endParaRPr/>
          </a:p>
        </p:txBody>
      </p:sp>
      <p:sp>
        <p:nvSpPr>
          <p:cNvPr id="355" name="Google Shape;355;g3e9ba786863_1_58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e9ba786863_1_5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" name="Google Shape;365;g3e9ba786863_1_58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1E252F"/>
                </a:solidFill>
              </a:rPr>
              <a:t>We've had several conversations with CISOs and security architects over the past year. And three themes come up consistently.</a:t>
            </a:r>
            <a:endParaRPr>
              <a:solidFill>
                <a:srgbClr val="1E252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1E252F"/>
                </a:solidFill>
              </a:rPr>
              <a:t>First: </a:t>
            </a:r>
            <a:r>
              <a:rPr lang="en-US" b="1">
                <a:solidFill>
                  <a:srgbClr val="1E252F"/>
                </a:solidFill>
              </a:rPr>
              <a:t>least-privilege access and agent identity</a:t>
            </a:r>
            <a:r>
              <a:rPr lang="en-US">
                <a:solidFill>
                  <a:srgbClr val="1E252F"/>
                </a:solidFill>
              </a:rPr>
              <a:t>. Who is this agent? What is it allowed to do? </a:t>
            </a:r>
            <a:endParaRPr>
              <a:solidFill>
                <a:srgbClr val="1E252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1E252F"/>
                </a:solidFill>
              </a:rPr>
              <a:t>Second: </a:t>
            </a:r>
            <a:r>
              <a:rPr lang="en-US" b="1">
                <a:solidFill>
                  <a:srgbClr val="1E252F"/>
                </a:solidFill>
              </a:rPr>
              <a:t>data exfiltration and unauthorized data movement</a:t>
            </a:r>
            <a:r>
              <a:rPr lang="en-US">
                <a:solidFill>
                  <a:srgbClr val="1E252F"/>
                </a:solidFill>
              </a:rPr>
              <a:t>. Agents can read data and send it anywhere. Without the right controls, you have the risk of agents exfiltrating data.</a:t>
            </a:r>
            <a:endParaRPr>
              <a:solidFill>
                <a:srgbClr val="1E252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1E252F"/>
                </a:solidFill>
              </a:rPr>
              <a:t>Third: </a:t>
            </a:r>
            <a:r>
              <a:rPr lang="en-US" b="1">
                <a:solidFill>
                  <a:srgbClr val="1E252F"/>
                </a:solidFill>
              </a:rPr>
              <a:t>centralized visibility</a:t>
            </a:r>
            <a:r>
              <a:rPr lang="en-US">
                <a:solidFill>
                  <a:srgbClr val="1E252F"/>
                </a:solidFill>
              </a:rPr>
              <a:t>. Security teams are struggling to understand the current use of AI within their environment.</a:t>
            </a:r>
            <a:endParaRPr>
              <a:solidFill>
                <a:srgbClr val="1E252F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This week’s launches directly address these concerns.</a:t>
            </a:r>
            <a:endParaRPr/>
          </a:p>
        </p:txBody>
      </p:sp>
      <p:sp>
        <p:nvSpPr>
          <p:cNvPr id="366" name="Google Shape;366;g3e9ba786863_1_58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3e4c931a2ea_0_4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0" name="Google Shape;400;g3e4c931a2ea_0_4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1E252F"/>
                </a:solidFill>
              </a:rPr>
              <a:t>At Snowflake, our goal is to </a:t>
            </a:r>
            <a:r>
              <a:rPr lang="en-US" b="1">
                <a:solidFill>
                  <a:srgbClr val="1E252F"/>
                </a:solidFill>
              </a:rPr>
              <a:t>provide proactive enterprise grade security for data and AI that is built in, not bolted on</a:t>
            </a:r>
            <a:endParaRPr b="1">
              <a:solidFill>
                <a:srgbClr val="1E252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1E252F"/>
                </a:solidFill>
              </a:rPr>
              <a:t>At the core is </a:t>
            </a:r>
            <a:r>
              <a:rPr lang="en-US" b="1">
                <a:solidFill>
                  <a:srgbClr val="1E252F"/>
                </a:solidFill>
              </a:rPr>
              <a:t>platform security</a:t>
            </a:r>
            <a:r>
              <a:rPr lang="en-US">
                <a:solidFill>
                  <a:srgbClr val="1E252F"/>
                </a:solidFill>
              </a:rPr>
              <a:t> — authentication, RBAC, network policies. That's been </a:t>
            </a:r>
            <a:r>
              <a:rPr lang="en-US" b="1">
                <a:solidFill>
                  <a:srgbClr val="1E252F"/>
                </a:solidFill>
              </a:rPr>
              <a:t>Snowflake's strength for years.</a:t>
            </a:r>
            <a:endParaRPr b="1">
              <a:solidFill>
                <a:srgbClr val="1E252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1E252F"/>
                </a:solidFill>
              </a:rPr>
              <a:t>On top of that is </a:t>
            </a:r>
            <a:r>
              <a:rPr lang="en-US" b="1">
                <a:solidFill>
                  <a:srgbClr val="1E252F"/>
                </a:solidFill>
              </a:rPr>
              <a:t>data security</a:t>
            </a:r>
            <a:r>
              <a:rPr lang="en-US">
                <a:solidFill>
                  <a:srgbClr val="1E252F"/>
                </a:solidFill>
              </a:rPr>
              <a:t> — sensitive data protection, encryption, data integrity. Today we are </a:t>
            </a:r>
            <a:r>
              <a:rPr lang="en-US" b="1">
                <a:solidFill>
                  <a:srgbClr val="1E252F"/>
                </a:solidFill>
              </a:rPr>
              <a:t>expanding that to data exfiltration and ransomware protection</a:t>
            </a:r>
            <a:r>
              <a:rPr lang="en-US">
                <a:solidFill>
                  <a:srgbClr val="1E252F"/>
                </a:solidFill>
              </a:rPr>
              <a:t>.</a:t>
            </a:r>
            <a:endParaRPr>
              <a:solidFill>
                <a:srgbClr val="1E252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1E252F"/>
                </a:solidFill>
              </a:rPr>
              <a:t>And now we've introducing: </a:t>
            </a:r>
            <a:r>
              <a:rPr lang="en-US" b="1">
                <a:solidFill>
                  <a:srgbClr val="1E252F"/>
                </a:solidFill>
              </a:rPr>
              <a:t>agent security</a:t>
            </a:r>
            <a:r>
              <a:rPr lang="en-US">
                <a:solidFill>
                  <a:srgbClr val="1E252F"/>
                </a:solidFill>
              </a:rPr>
              <a:t> — </a:t>
            </a:r>
            <a:r>
              <a:rPr lang="en-US" b="1">
                <a:solidFill>
                  <a:srgbClr val="1E252F"/>
                </a:solidFill>
              </a:rPr>
              <a:t>purpose-built controls for the agentic era</a:t>
            </a:r>
            <a:r>
              <a:rPr lang="en-US">
                <a:solidFill>
                  <a:srgbClr val="1E252F"/>
                </a:solidFill>
              </a:rPr>
              <a:t>. This includes </a:t>
            </a:r>
            <a:r>
              <a:rPr lang="en-US" b="1">
                <a:solidFill>
                  <a:srgbClr val="1E252F"/>
                </a:solidFill>
              </a:rPr>
              <a:t>Agent Identity, Horizon AI Guardrails, AI Security Posture Management in Trust Center</a:t>
            </a:r>
            <a:r>
              <a:rPr lang="en-US">
                <a:solidFill>
                  <a:srgbClr val="1E252F"/>
                </a:solidFill>
              </a:rPr>
              <a:t>.</a:t>
            </a:r>
            <a:endParaRPr/>
          </a:p>
        </p:txBody>
      </p:sp>
      <p:sp>
        <p:nvSpPr>
          <p:cNvPr id="401" name="Google Shape;401;g3e4c931a2ea_0_4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3eb34f70eb5_3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6" name="Google Shape;476;g3eb34f70eb5_3_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1E252F"/>
                </a:solidFill>
              </a:rPr>
              <a:t>[Talk track from cut slide — Trust Center Evolution]</a:t>
            </a:r>
            <a:endParaRPr>
              <a:solidFill>
                <a:srgbClr val="1E252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1E252F"/>
                </a:solidFill>
              </a:rPr>
              <a:t>When we launched, it was about surfacing violations and manual remediation.</a:t>
            </a:r>
            <a:endParaRPr>
              <a:solidFill>
                <a:srgbClr val="1E252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1E252F"/>
                </a:solidFill>
              </a:rPr>
              <a:t>Today, we've moved from violations to near real-time detections, manual remediation to AI-assisted remediation, and SSPM and DSPM to AI Security Posture Management and data exfiltration, security and governance to compliance.</a:t>
            </a:r>
            <a:endParaRPr>
              <a:solidFill>
                <a:srgbClr val="1E252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rgbClr val="1E252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1E252F"/>
                </a:solidFill>
              </a:rPr>
              <a:t>Trust Center is </a:t>
            </a:r>
            <a:r>
              <a:rPr lang="en-US" b="1">
                <a:solidFill>
                  <a:srgbClr val="1E252F"/>
                </a:solidFill>
              </a:rPr>
              <a:t>Snowflake's single pane of glass giving you visibility into security, compliance and governance across accounts, across clouds.</a:t>
            </a:r>
            <a:endParaRPr b="1">
              <a:solidFill>
                <a:srgbClr val="1E252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1E252F"/>
                </a:solidFill>
              </a:rPr>
              <a:t>It </a:t>
            </a:r>
            <a:r>
              <a:rPr lang="en-US" b="1">
                <a:solidFill>
                  <a:srgbClr val="1E252F"/>
                </a:solidFill>
              </a:rPr>
              <a:t>scans your accounts against the Snowflake CIS Benchmark</a:t>
            </a:r>
            <a:r>
              <a:rPr lang="en-US">
                <a:solidFill>
                  <a:srgbClr val="1E252F"/>
                </a:solidFill>
              </a:rPr>
              <a:t> — </a:t>
            </a:r>
            <a:r>
              <a:rPr lang="en-US" b="1">
                <a:solidFill>
                  <a:srgbClr val="1E252F"/>
                </a:solidFill>
              </a:rPr>
              <a:t>industry best practices for Snowflake security configuration</a:t>
            </a:r>
            <a:r>
              <a:rPr lang="en-US">
                <a:solidFill>
                  <a:srgbClr val="1E252F"/>
                </a:solidFill>
              </a:rPr>
              <a:t>. And surfaces the violations. And </a:t>
            </a:r>
            <a:r>
              <a:rPr lang="en-US" b="1">
                <a:solidFill>
                  <a:srgbClr val="1E252F"/>
                </a:solidFill>
              </a:rPr>
              <a:t>critically, it tells you what to do about them</a:t>
            </a:r>
            <a:r>
              <a:rPr lang="en-US">
                <a:solidFill>
                  <a:srgbClr val="1E252F"/>
                </a:solidFill>
              </a:rPr>
              <a:t>. Now that’s where we started.</a:t>
            </a:r>
            <a:endParaRPr>
              <a:solidFill>
                <a:srgbClr val="1E252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>
                <a:solidFill>
                  <a:srgbClr val="1E252F"/>
                </a:solidFill>
              </a:rPr>
              <a:t>Over the last year</a:t>
            </a:r>
            <a:r>
              <a:rPr lang="en-US">
                <a:solidFill>
                  <a:srgbClr val="1E252F"/>
                </a:solidFill>
              </a:rPr>
              <a:t>, we have </a:t>
            </a:r>
            <a:r>
              <a:rPr lang="en-US" b="1">
                <a:solidFill>
                  <a:srgbClr val="1E252F"/>
                </a:solidFill>
              </a:rPr>
              <a:t>significantly expanded Trust Center</a:t>
            </a:r>
            <a:r>
              <a:rPr lang="en-US">
                <a:solidFill>
                  <a:srgbClr val="1E252F"/>
                </a:solidFill>
              </a:rPr>
              <a:t>.</a:t>
            </a:r>
            <a:endParaRPr/>
          </a:p>
        </p:txBody>
      </p:sp>
      <p:sp>
        <p:nvSpPr>
          <p:cNvPr id="477" name="Google Shape;477;g3eb34f70eb5_3_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8">
          <a:extLst>
            <a:ext uri="{FF2B5EF4-FFF2-40B4-BE49-F238E27FC236}">
              <a16:creationId xmlns:a16="http://schemas.microsoft.com/office/drawing/2014/main" id="{FA6FE8A4-637D-C2BE-DD1A-5FB618CBAD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Google Shape;949;g3eb91d3a074_5_900:notes">
            <a:extLst>
              <a:ext uri="{FF2B5EF4-FFF2-40B4-BE49-F238E27FC236}">
                <a16:creationId xmlns:a16="http://schemas.microsoft.com/office/drawing/2014/main" id="{02316ED9-5CB9-F79D-4857-AA3654B2B9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/>
          </a:p>
        </p:txBody>
      </p:sp>
      <p:sp>
        <p:nvSpPr>
          <p:cNvPr id="950" name="Google Shape;950;g3eb91d3a074_5_900:notes">
            <a:extLst>
              <a:ext uri="{FF2B5EF4-FFF2-40B4-BE49-F238E27FC236}">
                <a16:creationId xmlns:a16="http://schemas.microsoft.com/office/drawing/2014/main" id="{1BA5AC7F-C376-C13B-4A6B-65D557F844F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8255065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Google Shape;949;g3eb91d3a074_5_90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/>
          </a:p>
        </p:txBody>
      </p:sp>
      <p:sp>
        <p:nvSpPr>
          <p:cNvPr id="950" name="Google Shape;950;g3eb91d3a074_5_9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vent">
  <p:cSld name="CUSTOM">
    <p:bg>
      <p:bgPr>
        <a:solidFill>
          <a:schemeClr val="accent1"/>
        </a:solid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2" title="swt25-cloud-06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3622299" y="4959600"/>
            <a:ext cx="4458895" cy="2547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 title="swt25-cloud-06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76849" y="6312210"/>
            <a:ext cx="3440302" cy="19653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2" title="swt25-cloud-06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510600" y="4659875"/>
            <a:ext cx="2495498" cy="1425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2" title="sno25-swt-vignettes-r7-rgb_right-corner-2.png"/>
          <p:cNvPicPr preferRelativeResize="0"/>
          <p:nvPr/>
        </p:nvPicPr>
        <p:blipFill rotWithShape="1">
          <a:blip r:embed="rId3">
            <a:alphaModFix/>
          </a:blip>
          <a:srcRect l="4271" r="4271"/>
          <a:stretch/>
        </p:blipFill>
        <p:spPr>
          <a:xfrm>
            <a:off x="6310350" y="3361650"/>
            <a:ext cx="11977646" cy="692535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" name="Google Shape;18;p2"/>
          <p:cNvGrpSpPr/>
          <p:nvPr/>
        </p:nvGrpSpPr>
        <p:grpSpPr>
          <a:xfrm>
            <a:off x="917760" y="2280745"/>
            <a:ext cx="9428685" cy="1795958"/>
            <a:chOff x="4714874" y="4067495"/>
            <a:chExt cx="8797056" cy="1675647"/>
          </a:xfrm>
        </p:grpSpPr>
        <p:sp>
          <p:nvSpPr>
            <p:cNvPr id="19" name="Google Shape;19;p2"/>
            <p:cNvSpPr/>
            <p:nvPr/>
          </p:nvSpPr>
          <p:spPr>
            <a:xfrm>
              <a:off x="4714874" y="4067495"/>
              <a:ext cx="1652517" cy="1607906"/>
            </a:xfrm>
            <a:custGeom>
              <a:avLst/>
              <a:gdLst/>
              <a:ahLst/>
              <a:cxnLst/>
              <a:rect l="l" t="t" r="r" b="b"/>
              <a:pathLst>
                <a:path w="1101678" h="1071937" extrusionOk="0">
                  <a:moveTo>
                    <a:pt x="367917" y="555563"/>
                  </a:moveTo>
                  <a:cubicBezTo>
                    <a:pt x="370248" y="548445"/>
                    <a:pt x="371218" y="541120"/>
                    <a:pt x="371043" y="533879"/>
                  </a:cubicBezTo>
                  <a:cubicBezTo>
                    <a:pt x="370773" y="528640"/>
                    <a:pt x="370073" y="523402"/>
                    <a:pt x="368538" y="518164"/>
                  </a:cubicBezTo>
                  <a:cubicBezTo>
                    <a:pt x="363917" y="501887"/>
                    <a:pt x="352964" y="487360"/>
                    <a:pt x="336555" y="478200"/>
                  </a:cubicBezTo>
                  <a:lnTo>
                    <a:pt x="103160" y="347680"/>
                  </a:lnTo>
                  <a:cubicBezTo>
                    <a:pt x="70214" y="329315"/>
                    <a:pt x="28209" y="340231"/>
                    <a:pt x="9294" y="372091"/>
                  </a:cubicBezTo>
                  <a:cubicBezTo>
                    <a:pt x="-9796" y="403912"/>
                    <a:pt x="1467" y="444546"/>
                    <a:pt x="34413" y="462957"/>
                  </a:cubicBezTo>
                  <a:lnTo>
                    <a:pt x="164836" y="536012"/>
                  </a:lnTo>
                  <a:lnTo>
                    <a:pt x="34413" y="608853"/>
                  </a:lnTo>
                  <a:cubicBezTo>
                    <a:pt x="1467" y="627302"/>
                    <a:pt x="-9756" y="667935"/>
                    <a:pt x="9294" y="699888"/>
                  </a:cubicBezTo>
                  <a:cubicBezTo>
                    <a:pt x="28209" y="731663"/>
                    <a:pt x="70214" y="742532"/>
                    <a:pt x="103160" y="724168"/>
                  </a:cubicBezTo>
                  <a:lnTo>
                    <a:pt x="336555" y="593562"/>
                  </a:lnTo>
                  <a:cubicBezTo>
                    <a:pt x="352304" y="584788"/>
                    <a:pt x="362994" y="571023"/>
                    <a:pt x="367917" y="555563"/>
                  </a:cubicBezTo>
                  <a:close/>
                  <a:moveTo>
                    <a:pt x="431256" y="677859"/>
                  </a:moveTo>
                  <a:cubicBezTo>
                    <a:pt x="417845" y="676750"/>
                    <a:pt x="403902" y="679477"/>
                    <a:pt x="391366" y="686548"/>
                  </a:cubicBezTo>
                  <a:lnTo>
                    <a:pt x="157796" y="816984"/>
                  </a:lnTo>
                  <a:cubicBezTo>
                    <a:pt x="124938" y="835388"/>
                    <a:pt x="113715" y="876236"/>
                    <a:pt x="132677" y="908105"/>
                  </a:cubicBezTo>
                  <a:cubicBezTo>
                    <a:pt x="151728" y="939888"/>
                    <a:pt x="193693" y="950837"/>
                    <a:pt x="226503" y="932346"/>
                  </a:cubicBezTo>
                  <a:lnTo>
                    <a:pt x="357363" y="859244"/>
                  </a:lnTo>
                  <a:lnTo>
                    <a:pt x="357363" y="1005315"/>
                  </a:lnTo>
                  <a:cubicBezTo>
                    <a:pt x="357363" y="1042127"/>
                    <a:pt x="388105" y="1071937"/>
                    <a:pt x="426157" y="1071937"/>
                  </a:cubicBezTo>
                  <a:cubicBezTo>
                    <a:pt x="464027" y="1071937"/>
                    <a:pt x="494865" y="1042127"/>
                    <a:pt x="494865" y="1005315"/>
                  </a:cubicBezTo>
                  <a:lnTo>
                    <a:pt x="494865" y="744183"/>
                  </a:lnTo>
                  <a:cubicBezTo>
                    <a:pt x="494865" y="709126"/>
                    <a:pt x="466803" y="680324"/>
                    <a:pt x="431256" y="677859"/>
                  </a:cubicBezTo>
                  <a:close/>
                  <a:moveTo>
                    <a:pt x="670463" y="394074"/>
                  </a:moveTo>
                  <a:cubicBezTo>
                    <a:pt x="683833" y="395137"/>
                    <a:pt x="697736" y="392371"/>
                    <a:pt x="710272" y="385385"/>
                  </a:cubicBezTo>
                  <a:lnTo>
                    <a:pt x="943795" y="254825"/>
                  </a:lnTo>
                  <a:cubicBezTo>
                    <a:pt x="976699" y="236415"/>
                    <a:pt x="987864" y="195735"/>
                    <a:pt x="968949" y="163790"/>
                  </a:cubicBezTo>
                  <a:cubicBezTo>
                    <a:pt x="949999" y="131970"/>
                    <a:pt x="907994" y="121062"/>
                    <a:pt x="875128" y="139464"/>
                  </a:cubicBezTo>
                  <a:lnTo>
                    <a:pt x="744363" y="212652"/>
                  </a:lnTo>
                  <a:lnTo>
                    <a:pt x="744363" y="66531"/>
                  </a:lnTo>
                  <a:cubicBezTo>
                    <a:pt x="744363" y="29819"/>
                    <a:pt x="713613" y="0"/>
                    <a:pt x="675568" y="0"/>
                  </a:cubicBezTo>
                  <a:cubicBezTo>
                    <a:pt x="637516" y="0"/>
                    <a:pt x="606853" y="29819"/>
                    <a:pt x="606853" y="66531"/>
                  </a:cubicBezTo>
                  <a:lnTo>
                    <a:pt x="606853" y="327666"/>
                  </a:lnTo>
                  <a:cubicBezTo>
                    <a:pt x="606853" y="362684"/>
                    <a:pt x="634837" y="391524"/>
                    <a:pt x="670463" y="394074"/>
                  </a:cubicBezTo>
                  <a:close/>
                  <a:moveTo>
                    <a:pt x="157796" y="254825"/>
                  </a:moveTo>
                  <a:lnTo>
                    <a:pt x="391366" y="385385"/>
                  </a:lnTo>
                  <a:cubicBezTo>
                    <a:pt x="403902" y="392371"/>
                    <a:pt x="417845" y="395137"/>
                    <a:pt x="431256" y="394074"/>
                  </a:cubicBezTo>
                  <a:cubicBezTo>
                    <a:pt x="466803" y="391524"/>
                    <a:pt x="494865" y="362684"/>
                    <a:pt x="494865" y="327666"/>
                  </a:cubicBezTo>
                  <a:lnTo>
                    <a:pt x="494865" y="66531"/>
                  </a:lnTo>
                  <a:cubicBezTo>
                    <a:pt x="494865" y="29819"/>
                    <a:pt x="464027" y="0"/>
                    <a:pt x="426157" y="0"/>
                  </a:cubicBezTo>
                  <a:cubicBezTo>
                    <a:pt x="388105" y="0"/>
                    <a:pt x="357363" y="29819"/>
                    <a:pt x="357363" y="66531"/>
                  </a:cubicBezTo>
                  <a:lnTo>
                    <a:pt x="357363" y="212652"/>
                  </a:lnTo>
                  <a:lnTo>
                    <a:pt x="226503" y="139464"/>
                  </a:lnTo>
                  <a:cubicBezTo>
                    <a:pt x="193693" y="121062"/>
                    <a:pt x="151728" y="131970"/>
                    <a:pt x="132677" y="163790"/>
                  </a:cubicBezTo>
                  <a:cubicBezTo>
                    <a:pt x="113715" y="195735"/>
                    <a:pt x="124938" y="236415"/>
                    <a:pt x="157796" y="254825"/>
                  </a:cubicBezTo>
                  <a:close/>
                  <a:moveTo>
                    <a:pt x="596728" y="535467"/>
                  </a:moveTo>
                  <a:cubicBezTo>
                    <a:pt x="596728" y="531677"/>
                    <a:pt x="594357" y="526392"/>
                    <a:pt x="591589" y="523581"/>
                  </a:cubicBezTo>
                  <a:lnTo>
                    <a:pt x="563480" y="496489"/>
                  </a:lnTo>
                  <a:cubicBezTo>
                    <a:pt x="560712" y="493809"/>
                    <a:pt x="555255" y="491589"/>
                    <a:pt x="551334" y="491589"/>
                  </a:cubicBezTo>
                  <a:lnTo>
                    <a:pt x="550236" y="491589"/>
                  </a:lnTo>
                  <a:cubicBezTo>
                    <a:pt x="546322" y="491589"/>
                    <a:pt x="540874" y="493809"/>
                    <a:pt x="538146" y="496489"/>
                  </a:cubicBezTo>
                  <a:lnTo>
                    <a:pt x="510036" y="523581"/>
                  </a:lnTo>
                  <a:cubicBezTo>
                    <a:pt x="507221" y="526392"/>
                    <a:pt x="505065" y="531677"/>
                    <a:pt x="505065" y="535467"/>
                  </a:cubicBezTo>
                  <a:lnTo>
                    <a:pt x="505065" y="536530"/>
                  </a:lnTo>
                  <a:cubicBezTo>
                    <a:pt x="505065" y="540281"/>
                    <a:pt x="507221" y="545519"/>
                    <a:pt x="510036" y="548246"/>
                  </a:cubicBezTo>
                  <a:lnTo>
                    <a:pt x="538146" y="575422"/>
                  </a:lnTo>
                  <a:cubicBezTo>
                    <a:pt x="540914" y="578103"/>
                    <a:pt x="546322" y="580322"/>
                    <a:pt x="550236" y="580322"/>
                  </a:cubicBezTo>
                  <a:lnTo>
                    <a:pt x="551334" y="580322"/>
                  </a:lnTo>
                  <a:cubicBezTo>
                    <a:pt x="555255" y="580322"/>
                    <a:pt x="560712" y="578103"/>
                    <a:pt x="563480" y="575422"/>
                  </a:cubicBezTo>
                  <a:lnTo>
                    <a:pt x="591589" y="548246"/>
                  </a:lnTo>
                  <a:cubicBezTo>
                    <a:pt x="594357" y="545519"/>
                    <a:pt x="596728" y="540281"/>
                    <a:pt x="596728" y="536530"/>
                  </a:cubicBezTo>
                  <a:lnTo>
                    <a:pt x="596728" y="535467"/>
                  </a:lnTo>
                  <a:close/>
                  <a:moveTo>
                    <a:pt x="674333" y="561526"/>
                  </a:moveTo>
                  <a:lnTo>
                    <a:pt x="577254" y="655418"/>
                  </a:lnTo>
                  <a:cubicBezTo>
                    <a:pt x="574478" y="658184"/>
                    <a:pt x="569117" y="660441"/>
                    <a:pt x="565069" y="660441"/>
                  </a:cubicBezTo>
                  <a:lnTo>
                    <a:pt x="558029" y="660441"/>
                  </a:lnTo>
                  <a:lnTo>
                    <a:pt x="543688" y="660441"/>
                  </a:lnTo>
                  <a:lnTo>
                    <a:pt x="536522" y="660441"/>
                  </a:lnTo>
                  <a:cubicBezTo>
                    <a:pt x="532600" y="660441"/>
                    <a:pt x="527152" y="658184"/>
                    <a:pt x="524336" y="655418"/>
                  </a:cubicBezTo>
                  <a:lnTo>
                    <a:pt x="427304" y="561526"/>
                  </a:lnTo>
                  <a:cubicBezTo>
                    <a:pt x="424528" y="558883"/>
                    <a:pt x="422286" y="553561"/>
                    <a:pt x="422286" y="549817"/>
                  </a:cubicBezTo>
                  <a:lnTo>
                    <a:pt x="422286" y="542869"/>
                  </a:lnTo>
                  <a:lnTo>
                    <a:pt x="422286" y="528980"/>
                  </a:lnTo>
                  <a:lnTo>
                    <a:pt x="422286" y="522124"/>
                  </a:lnTo>
                  <a:cubicBezTo>
                    <a:pt x="422286" y="518289"/>
                    <a:pt x="424528" y="512965"/>
                    <a:pt x="427304" y="510285"/>
                  </a:cubicBezTo>
                  <a:lnTo>
                    <a:pt x="524336" y="416392"/>
                  </a:lnTo>
                  <a:cubicBezTo>
                    <a:pt x="527152" y="413627"/>
                    <a:pt x="532600" y="411454"/>
                    <a:pt x="536522" y="411454"/>
                  </a:cubicBezTo>
                  <a:lnTo>
                    <a:pt x="543688" y="411454"/>
                  </a:lnTo>
                  <a:lnTo>
                    <a:pt x="558029" y="411454"/>
                  </a:lnTo>
                  <a:lnTo>
                    <a:pt x="565069" y="411454"/>
                  </a:lnTo>
                  <a:cubicBezTo>
                    <a:pt x="569030" y="411454"/>
                    <a:pt x="574478" y="413627"/>
                    <a:pt x="577254" y="416392"/>
                  </a:cubicBezTo>
                  <a:lnTo>
                    <a:pt x="674333" y="510285"/>
                  </a:lnTo>
                  <a:cubicBezTo>
                    <a:pt x="677101" y="512965"/>
                    <a:pt x="679345" y="518289"/>
                    <a:pt x="679345" y="522124"/>
                  </a:cubicBezTo>
                  <a:lnTo>
                    <a:pt x="679345" y="528980"/>
                  </a:lnTo>
                  <a:lnTo>
                    <a:pt x="679345" y="542869"/>
                  </a:lnTo>
                  <a:lnTo>
                    <a:pt x="679345" y="549817"/>
                  </a:lnTo>
                  <a:cubicBezTo>
                    <a:pt x="679345" y="553561"/>
                    <a:pt x="677101" y="558883"/>
                    <a:pt x="674333" y="561526"/>
                  </a:cubicBezTo>
                  <a:close/>
                  <a:moveTo>
                    <a:pt x="943795" y="816984"/>
                  </a:moveTo>
                  <a:lnTo>
                    <a:pt x="710272" y="686548"/>
                  </a:lnTo>
                  <a:cubicBezTo>
                    <a:pt x="697736" y="679477"/>
                    <a:pt x="683833" y="676750"/>
                    <a:pt x="670463" y="677859"/>
                  </a:cubicBezTo>
                  <a:cubicBezTo>
                    <a:pt x="634837" y="680324"/>
                    <a:pt x="606853" y="709126"/>
                    <a:pt x="606853" y="744183"/>
                  </a:cubicBezTo>
                  <a:lnTo>
                    <a:pt x="606853" y="1005315"/>
                  </a:lnTo>
                  <a:cubicBezTo>
                    <a:pt x="606853" y="1042127"/>
                    <a:pt x="637516" y="1071937"/>
                    <a:pt x="675568" y="1071937"/>
                  </a:cubicBezTo>
                  <a:cubicBezTo>
                    <a:pt x="713613" y="1071937"/>
                    <a:pt x="744363" y="1042127"/>
                    <a:pt x="744363" y="1005315"/>
                  </a:cubicBezTo>
                  <a:lnTo>
                    <a:pt x="744363" y="859244"/>
                  </a:lnTo>
                  <a:lnTo>
                    <a:pt x="875128" y="932346"/>
                  </a:lnTo>
                  <a:cubicBezTo>
                    <a:pt x="907985" y="950837"/>
                    <a:pt x="949999" y="939888"/>
                    <a:pt x="968949" y="908105"/>
                  </a:cubicBezTo>
                  <a:cubicBezTo>
                    <a:pt x="987864" y="876236"/>
                    <a:pt x="976699" y="835388"/>
                    <a:pt x="943795" y="816984"/>
                  </a:cubicBezTo>
                  <a:close/>
                  <a:moveTo>
                    <a:pt x="1067260" y="462957"/>
                  </a:moveTo>
                  <a:lnTo>
                    <a:pt x="936834" y="536012"/>
                  </a:lnTo>
                  <a:lnTo>
                    <a:pt x="1067260" y="608853"/>
                  </a:lnTo>
                  <a:cubicBezTo>
                    <a:pt x="1100201" y="627302"/>
                    <a:pt x="1111461" y="667935"/>
                    <a:pt x="1092413" y="699888"/>
                  </a:cubicBezTo>
                  <a:cubicBezTo>
                    <a:pt x="1073413" y="731663"/>
                    <a:pt x="1031370" y="742532"/>
                    <a:pt x="998553" y="724168"/>
                  </a:cubicBezTo>
                  <a:lnTo>
                    <a:pt x="764979" y="593562"/>
                  </a:lnTo>
                  <a:cubicBezTo>
                    <a:pt x="749404" y="584788"/>
                    <a:pt x="738587" y="571023"/>
                    <a:pt x="733791" y="555563"/>
                  </a:cubicBezTo>
                  <a:cubicBezTo>
                    <a:pt x="731508" y="548445"/>
                    <a:pt x="730450" y="541120"/>
                    <a:pt x="730713" y="533879"/>
                  </a:cubicBezTo>
                  <a:cubicBezTo>
                    <a:pt x="730848" y="528640"/>
                    <a:pt x="731635" y="523402"/>
                    <a:pt x="733130" y="518164"/>
                  </a:cubicBezTo>
                  <a:cubicBezTo>
                    <a:pt x="737800" y="501887"/>
                    <a:pt x="748753" y="487367"/>
                    <a:pt x="764979" y="478200"/>
                  </a:cubicBezTo>
                  <a:lnTo>
                    <a:pt x="998553" y="347680"/>
                  </a:lnTo>
                  <a:cubicBezTo>
                    <a:pt x="1031370" y="329315"/>
                    <a:pt x="1073413" y="340231"/>
                    <a:pt x="1092413" y="372091"/>
                  </a:cubicBezTo>
                  <a:cubicBezTo>
                    <a:pt x="1111461" y="403912"/>
                    <a:pt x="1100201" y="444546"/>
                    <a:pt x="1067260" y="46295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46900" tIns="73425" rIns="146900" bIns="7342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94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6865060" y="4094534"/>
              <a:ext cx="6227805" cy="723565"/>
            </a:xfrm>
            <a:custGeom>
              <a:avLst/>
              <a:gdLst/>
              <a:ahLst/>
              <a:cxnLst/>
              <a:rect l="l" t="t" r="r" b="b"/>
              <a:pathLst>
                <a:path w="4151870" h="482377" extrusionOk="0">
                  <a:moveTo>
                    <a:pt x="0" y="420061"/>
                  </a:moveTo>
                  <a:lnTo>
                    <a:pt x="60919" y="334664"/>
                  </a:lnTo>
                  <a:cubicBezTo>
                    <a:pt x="60919" y="334664"/>
                    <a:pt x="127239" y="379286"/>
                    <a:pt x="189699" y="379286"/>
                  </a:cubicBezTo>
                  <a:cubicBezTo>
                    <a:pt x="224399" y="379286"/>
                    <a:pt x="240594" y="363900"/>
                    <a:pt x="240594" y="340819"/>
                  </a:cubicBezTo>
                  <a:cubicBezTo>
                    <a:pt x="240594" y="316969"/>
                    <a:pt x="225940" y="304660"/>
                    <a:pt x="161170" y="285426"/>
                  </a:cubicBezTo>
                  <a:cubicBezTo>
                    <a:pt x="64010" y="256961"/>
                    <a:pt x="8483" y="219263"/>
                    <a:pt x="8483" y="143098"/>
                  </a:cubicBezTo>
                  <a:cubicBezTo>
                    <a:pt x="8483" y="59240"/>
                    <a:pt x="65550" y="0"/>
                    <a:pt x="187388" y="0"/>
                  </a:cubicBezTo>
                  <a:cubicBezTo>
                    <a:pt x="313077" y="0"/>
                    <a:pt x="361662" y="49238"/>
                    <a:pt x="361662" y="49238"/>
                  </a:cubicBezTo>
                  <a:lnTo>
                    <a:pt x="301513" y="140021"/>
                  </a:lnTo>
                  <a:cubicBezTo>
                    <a:pt x="301513" y="140021"/>
                    <a:pt x="252928" y="101554"/>
                    <a:pt x="187388" y="101554"/>
                  </a:cubicBezTo>
                  <a:cubicBezTo>
                    <a:pt x="149597" y="101554"/>
                    <a:pt x="137263" y="116172"/>
                    <a:pt x="137263" y="135405"/>
                  </a:cubicBezTo>
                  <a:cubicBezTo>
                    <a:pt x="137263" y="158485"/>
                    <a:pt x="157309" y="167717"/>
                    <a:pt x="210515" y="183104"/>
                  </a:cubicBezTo>
                  <a:cubicBezTo>
                    <a:pt x="313077" y="211570"/>
                    <a:pt x="371685" y="251575"/>
                    <a:pt x="371685" y="328510"/>
                  </a:cubicBezTo>
                  <a:cubicBezTo>
                    <a:pt x="371685" y="412368"/>
                    <a:pt x="315388" y="481609"/>
                    <a:pt x="193550" y="481609"/>
                  </a:cubicBezTo>
                  <a:cubicBezTo>
                    <a:pt x="65550" y="481609"/>
                    <a:pt x="0" y="420061"/>
                    <a:pt x="0" y="420061"/>
                  </a:cubicBezTo>
                  <a:close/>
                  <a:moveTo>
                    <a:pt x="859968" y="10002"/>
                  </a:moveTo>
                  <a:lnTo>
                    <a:pt x="859968" y="471607"/>
                  </a:lnTo>
                  <a:lnTo>
                    <a:pt x="773602" y="471607"/>
                  </a:lnTo>
                  <a:lnTo>
                    <a:pt x="551513" y="202337"/>
                  </a:lnTo>
                  <a:lnTo>
                    <a:pt x="551513" y="471607"/>
                  </a:lnTo>
                  <a:lnTo>
                    <a:pt x="440468" y="471607"/>
                  </a:lnTo>
                  <a:lnTo>
                    <a:pt x="440468" y="10002"/>
                  </a:lnTo>
                  <a:lnTo>
                    <a:pt x="526835" y="10002"/>
                  </a:lnTo>
                  <a:lnTo>
                    <a:pt x="748924" y="274656"/>
                  </a:lnTo>
                  <a:lnTo>
                    <a:pt x="748924" y="10002"/>
                  </a:lnTo>
                  <a:lnTo>
                    <a:pt x="859968" y="10002"/>
                  </a:lnTo>
                  <a:close/>
                  <a:moveTo>
                    <a:pt x="1166075" y="482378"/>
                  </a:moveTo>
                  <a:cubicBezTo>
                    <a:pt x="1026501" y="482378"/>
                    <a:pt x="929341" y="373131"/>
                    <a:pt x="929341" y="240805"/>
                  </a:cubicBezTo>
                  <a:cubicBezTo>
                    <a:pt x="929341" y="108478"/>
                    <a:pt x="1026501" y="0"/>
                    <a:pt x="1166075" y="0"/>
                  </a:cubicBezTo>
                  <a:cubicBezTo>
                    <a:pt x="1307198" y="0"/>
                    <a:pt x="1404358" y="108478"/>
                    <a:pt x="1404358" y="240805"/>
                  </a:cubicBezTo>
                  <a:cubicBezTo>
                    <a:pt x="1404358" y="373131"/>
                    <a:pt x="1307198" y="482378"/>
                    <a:pt x="1166075" y="482378"/>
                  </a:cubicBezTo>
                  <a:close/>
                  <a:moveTo>
                    <a:pt x="1166075" y="373901"/>
                  </a:moveTo>
                  <a:cubicBezTo>
                    <a:pt x="1234706" y="373901"/>
                    <a:pt x="1288692" y="320816"/>
                    <a:pt x="1288692" y="240805"/>
                  </a:cubicBezTo>
                  <a:cubicBezTo>
                    <a:pt x="1288692" y="160793"/>
                    <a:pt x="1234706" y="107709"/>
                    <a:pt x="1166075" y="107709"/>
                  </a:cubicBezTo>
                  <a:cubicBezTo>
                    <a:pt x="1098994" y="107709"/>
                    <a:pt x="1045007" y="160793"/>
                    <a:pt x="1045007" y="240805"/>
                  </a:cubicBezTo>
                  <a:cubicBezTo>
                    <a:pt x="1045007" y="320816"/>
                    <a:pt x="1098994" y="373901"/>
                    <a:pt x="1166075" y="373901"/>
                  </a:cubicBezTo>
                  <a:close/>
                  <a:moveTo>
                    <a:pt x="1801662" y="471607"/>
                  </a:moveTo>
                  <a:lnTo>
                    <a:pt x="1720697" y="212339"/>
                  </a:lnTo>
                  <a:lnTo>
                    <a:pt x="1643584" y="471607"/>
                  </a:lnTo>
                  <a:lnTo>
                    <a:pt x="1557217" y="471607"/>
                  </a:lnTo>
                  <a:lnTo>
                    <a:pt x="1422265" y="10002"/>
                  </a:lnTo>
                  <a:lnTo>
                    <a:pt x="1544873" y="10002"/>
                  </a:lnTo>
                  <a:lnTo>
                    <a:pt x="1603481" y="254653"/>
                  </a:lnTo>
                  <a:lnTo>
                    <a:pt x="1679054" y="10002"/>
                  </a:lnTo>
                  <a:lnTo>
                    <a:pt x="1762331" y="10002"/>
                  </a:lnTo>
                  <a:lnTo>
                    <a:pt x="1839444" y="256191"/>
                  </a:lnTo>
                  <a:lnTo>
                    <a:pt x="1899593" y="10002"/>
                  </a:lnTo>
                  <a:lnTo>
                    <a:pt x="2022971" y="10002"/>
                  </a:lnTo>
                  <a:lnTo>
                    <a:pt x="1888029" y="471607"/>
                  </a:lnTo>
                  <a:lnTo>
                    <a:pt x="1801662" y="471607"/>
                  </a:lnTo>
                  <a:close/>
                  <a:moveTo>
                    <a:pt x="2378329" y="194644"/>
                  </a:moveTo>
                  <a:lnTo>
                    <a:pt x="2378329" y="282349"/>
                  </a:lnTo>
                  <a:lnTo>
                    <a:pt x="2190180" y="282349"/>
                  </a:lnTo>
                  <a:lnTo>
                    <a:pt x="2190180" y="471607"/>
                  </a:lnTo>
                  <a:lnTo>
                    <a:pt x="2078365" y="471607"/>
                  </a:lnTo>
                  <a:lnTo>
                    <a:pt x="2078365" y="10002"/>
                  </a:lnTo>
                  <a:lnTo>
                    <a:pt x="2417660" y="10002"/>
                  </a:lnTo>
                  <a:lnTo>
                    <a:pt x="2417660" y="106170"/>
                  </a:lnTo>
                  <a:lnTo>
                    <a:pt x="2190180" y="106170"/>
                  </a:lnTo>
                  <a:lnTo>
                    <a:pt x="2190180" y="194644"/>
                  </a:lnTo>
                  <a:lnTo>
                    <a:pt x="2378329" y="194644"/>
                  </a:lnTo>
                  <a:close/>
                  <a:moveTo>
                    <a:pt x="2811018" y="471607"/>
                  </a:moveTo>
                  <a:lnTo>
                    <a:pt x="2492539" y="471607"/>
                  </a:lnTo>
                  <a:lnTo>
                    <a:pt x="2492539" y="10002"/>
                  </a:lnTo>
                  <a:lnTo>
                    <a:pt x="2604354" y="10002"/>
                  </a:lnTo>
                  <a:lnTo>
                    <a:pt x="2604354" y="375439"/>
                  </a:lnTo>
                  <a:lnTo>
                    <a:pt x="2811018" y="375439"/>
                  </a:lnTo>
                  <a:lnTo>
                    <a:pt x="2811018" y="471607"/>
                  </a:lnTo>
                  <a:close/>
                  <a:moveTo>
                    <a:pt x="3123287" y="10002"/>
                  </a:moveTo>
                  <a:lnTo>
                    <a:pt x="3299881" y="471607"/>
                  </a:lnTo>
                  <a:lnTo>
                    <a:pt x="3179584" y="471607"/>
                  </a:lnTo>
                  <a:lnTo>
                    <a:pt x="3151055" y="388518"/>
                  </a:lnTo>
                  <a:lnTo>
                    <a:pt x="2973690" y="388518"/>
                  </a:lnTo>
                  <a:lnTo>
                    <a:pt x="2945161" y="471607"/>
                  </a:lnTo>
                  <a:lnTo>
                    <a:pt x="2824864" y="471607"/>
                  </a:lnTo>
                  <a:lnTo>
                    <a:pt x="3001449" y="10002"/>
                  </a:lnTo>
                  <a:lnTo>
                    <a:pt x="3123287" y="10002"/>
                  </a:lnTo>
                  <a:close/>
                  <a:moveTo>
                    <a:pt x="3062368" y="130020"/>
                  </a:moveTo>
                  <a:lnTo>
                    <a:pt x="3003769" y="300813"/>
                  </a:lnTo>
                  <a:lnTo>
                    <a:pt x="3120976" y="300813"/>
                  </a:lnTo>
                  <a:lnTo>
                    <a:pt x="3062368" y="130020"/>
                  </a:lnTo>
                  <a:close/>
                  <a:moveTo>
                    <a:pt x="3452293" y="10002"/>
                  </a:moveTo>
                  <a:lnTo>
                    <a:pt x="3452293" y="203107"/>
                  </a:lnTo>
                  <a:lnTo>
                    <a:pt x="3627346" y="10002"/>
                  </a:lnTo>
                  <a:lnTo>
                    <a:pt x="3763829" y="10002"/>
                  </a:lnTo>
                  <a:lnTo>
                    <a:pt x="3763829" y="20004"/>
                  </a:lnTo>
                  <a:lnTo>
                    <a:pt x="3593416" y="207723"/>
                  </a:lnTo>
                  <a:lnTo>
                    <a:pt x="3763829" y="460837"/>
                  </a:lnTo>
                  <a:lnTo>
                    <a:pt x="3763829" y="471607"/>
                  </a:lnTo>
                  <a:lnTo>
                    <a:pt x="3637370" y="471607"/>
                  </a:lnTo>
                  <a:lnTo>
                    <a:pt x="3517072" y="291581"/>
                  </a:lnTo>
                  <a:lnTo>
                    <a:pt x="3452293" y="363900"/>
                  </a:lnTo>
                  <a:lnTo>
                    <a:pt x="3452293" y="471607"/>
                  </a:lnTo>
                  <a:lnTo>
                    <a:pt x="3340488" y="471607"/>
                  </a:lnTo>
                  <a:lnTo>
                    <a:pt x="3340488" y="10002"/>
                  </a:lnTo>
                  <a:lnTo>
                    <a:pt x="3452293" y="10002"/>
                  </a:lnTo>
                  <a:close/>
                  <a:moveTo>
                    <a:pt x="4115630" y="193874"/>
                  </a:moveTo>
                  <a:lnTo>
                    <a:pt x="4115630" y="281580"/>
                  </a:lnTo>
                  <a:lnTo>
                    <a:pt x="3927471" y="281580"/>
                  </a:lnTo>
                  <a:lnTo>
                    <a:pt x="3927471" y="375439"/>
                  </a:lnTo>
                  <a:lnTo>
                    <a:pt x="4151871" y="375439"/>
                  </a:lnTo>
                  <a:lnTo>
                    <a:pt x="4151871" y="471607"/>
                  </a:lnTo>
                  <a:lnTo>
                    <a:pt x="3815657" y="471607"/>
                  </a:lnTo>
                  <a:lnTo>
                    <a:pt x="3815657" y="10002"/>
                  </a:lnTo>
                  <a:lnTo>
                    <a:pt x="4151871" y="10002"/>
                  </a:lnTo>
                  <a:lnTo>
                    <a:pt x="4151871" y="106170"/>
                  </a:lnTo>
                  <a:lnTo>
                    <a:pt x="3927471" y="106170"/>
                  </a:lnTo>
                  <a:lnTo>
                    <a:pt x="3927471" y="193874"/>
                  </a:lnTo>
                  <a:lnTo>
                    <a:pt x="4115630" y="19387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46900" tIns="73425" rIns="146900" bIns="7342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94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6848871" y="5019579"/>
              <a:ext cx="6663058" cy="723563"/>
            </a:xfrm>
            <a:custGeom>
              <a:avLst/>
              <a:gdLst/>
              <a:ahLst/>
              <a:cxnLst/>
              <a:rect l="l" t="t" r="r" b="b"/>
              <a:pathLst>
                <a:path w="4442039" h="482375" extrusionOk="0">
                  <a:moveTo>
                    <a:pt x="379397" y="471607"/>
                  </a:moveTo>
                  <a:lnTo>
                    <a:pt x="298423" y="212339"/>
                  </a:lnTo>
                  <a:lnTo>
                    <a:pt x="221309" y="471607"/>
                  </a:lnTo>
                  <a:lnTo>
                    <a:pt x="134942" y="471607"/>
                  </a:lnTo>
                  <a:lnTo>
                    <a:pt x="0" y="10002"/>
                  </a:lnTo>
                  <a:lnTo>
                    <a:pt x="122608" y="10002"/>
                  </a:lnTo>
                  <a:lnTo>
                    <a:pt x="181216" y="254653"/>
                  </a:lnTo>
                  <a:lnTo>
                    <a:pt x="256780" y="10002"/>
                  </a:lnTo>
                  <a:lnTo>
                    <a:pt x="340065" y="10002"/>
                  </a:lnTo>
                  <a:lnTo>
                    <a:pt x="417179" y="256190"/>
                  </a:lnTo>
                  <a:lnTo>
                    <a:pt x="477328" y="10002"/>
                  </a:lnTo>
                  <a:lnTo>
                    <a:pt x="600706" y="10002"/>
                  </a:lnTo>
                  <a:lnTo>
                    <a:pt x="465764" y="471607"/>
                  </a:lnTo>
                  <a:lnTo>
                    <a:pt x="379397" y="471607"/>
                  </a:lnTo>
                  <a:close/>
                  <a:moveTo>
                    <a:pt x="855318" y="482376"/>
                  </a:moveTo>
                  <a:cubicBezTo>
                    <a:pt x="715745" y="482376"/>
                    <a:pt x="618584" y="373135"/>
                    <a:pt x="618584" y="240801"/>
                  </a:cubicBezTo>
                  <a:cubicBezTo>
                    <a:pt x="618584" y="108478"/>
                    <a:pt x="715745" y="0"/>
                    <a:pt x="855318" y="0"/>
                  </a:cubicBezTo>
                  <a:cubicBezTo>
                    <a:pt x="996432" y="0"/>
                    <a:pt x="1093592" y="108478"/>
                    <a:pt x="1093592" y="240801"/>
                  </a:cubicBezTo>
                  <a:cubicBezTo>
                    <a:pt x="1093592" y="373135"/>
                    <a:pt x="996432" y="482376"/>
                    <a:pt x="855318" y="482376"/>
                  </a:cubicBezTo>
                  <a:close/>
                  <a:moveTo>
                    <a:pt x="855318" y="373903"/>
                  </a:moveTo>
                  <a:cubicBezTo>
                    <a:pt x="923949" y="373903"/>
                    <a:pt x="977926" y="320820"/>
                    <a:pt x="977926" y="240801"/>
                  </a:cubicBezTo>
                  <a:cubicBezTo>
                    <a:pt x="977926" y="160793"/>
                    <a:pt x="923949" y="107708"/>
                    <a:pt x="855318" y="107708"/>
                  </a:cubicBezTo>
                  <a:cubicBezTo>
                    <a:pt x="788227" y="107708"/>
                    <a:pt x="734251" y="160793"/>
                    <a:pt x="734251" y="240801"/>
                  </a:cubicBezTo>
                  <a:cubicBezTo>
                    <a:pt x="734251" y="320820"/>
                    <a:pt x="788227" y="373903"/>
                    <a:pt x="855318" y="373903"/>
                  </a:cubicBezTo>
                  <a:close/>
                  <a:moveTo>
                    <a:pt x="1162899" y="10002"/>
                  </a:moveTo>
                  <a:lnTo>
                    <a:pt x="1367252" y="10002"/>
                  </a:lnTo>
                  <a:cubicBezTo>
                    <a:pt x="1472894" y="10002"/>
                    <a:pt x="1545377" y="75396"/>
                    <a:pt x="1545377" y="165409"/>
                  </a:cubicBezTo>
                  <a:cubicBezTo>
                    <a:pt x="1545377" y="229264"/>
                    <a:pt x="1512227" y="277737"/>
                    <a:pt x="1459010" y="302348"/>
                  </a:cubicBezTo>
                  <a:lnTo>
                    <a:pt x="1459010" y="310811"/>
                  </a:lnTo>
                  <a:lnTo>
                    <a:pt x="1563113" y="463913"/>
                  </a:lnTo>
                  <a:lnTo>
                    <a:pt x="1563113" y="471607"/>
                  </a:lnTo>
                  <a:lnTo>
                    <a:pt x="1435883" y="471607"/>
                  </a:lnTo>
                  <a:lnTo>
                    <a:pt x="1339493" y="320052"/>
                  </a:lnTo>
                  <a:lnTo>
                    <a:pt x="1274713" y="320052"/>
                  </a:lnTo>
                  <a:lnTo>
                    <a:pt x="1274713" y="471607"/>
                  </a:lnTo>
                  <a:lnTo>
                    <a:pt x="1162899" y="471607"/>
                  </a:lnTo>
                  <a:lnTo>
                    <a:pt x="1162899" y="10002"/>
                  </a:lnTo>
                  <a:close/>
                  <a:moveTo>
                    <a:pt x="1429711" y="165409"/>
                  </a:moveTo>
                  <a:cubicBezTo>
                    <a:pt x="1429711" y="125403"/>
                    <a:pt x="1400412" y="106170"/>
                    <a:pt x="1359539" y="106170"/>
                  </a:cubicBezTo>
                  <a:lnTo>
                    <a:pt x="1274713" y="106170"/>
                  </a:lnTo>
                  <a:lnTo>
                    <a:pt x="1274713" y="225422"/>
                  </a:lnTo>
                  <a:lnTo>
                    <a:pt x="1360310" y="225422"/>
                  </a:lnTo>
                  <a:cubicBezTo>
                    <a:pt x="1399641" y="225422"/>
                    <a:pt x="1429711" y="204646"/>
                    <a:pt x="1429711" y="165409"/>
                  </a:cubicBezTo>
                  <a:close/>
                  <a:moveTo>
                    <a:pt x="1943756" y="471607"/>
                  </a:moveTo>
                  <a:lnTo>
                    <a:pt x="1625277" y="471607"/>
                  </a:lnTo>
                  <a:lnTo>
                    <a:pt x="1625277" y="10002"/>
                  </a:lnTo>
                  <a:lnTo>
                    <a:pt x="1737092" y="10002"/>
                  </a:lnTo>
                  <a:lnTo>
                    <a:pt x="1737092" y="375440"/>
                  </a:lnTo>
                  <a:lnTo>
                    <a:pt x="1943756" y="375440"/>
                  </a:lnTo>
                  <a:lnTo>
                    <a:pt x="1943756" y="471607"/>
                  </a:lnTo>
                  <a:close/>
                  <a:moveTo>
                    <a:pt x="2433380" y="240801"/>
                  </a:moveTo>
                  <a:cubicBezTo>
                    <a:pt x="2433380" y="373135"/>
                    <a:pt x="2339301" y="471607"/>
                    <a:pt x="2190475" y="471607"/>
                  </a:cubicBezTo>
                  <a:lnTo>
                    <a:pt x="2012349" y="471607"/>
                  </a:lnTo>
                  <a:lnTo>
                    <a:pt x="2012349" y="10002"/>
                  </a:lnTo>
                  <a:lnTo>
                    <a:pt x="2190475" y="10002"/>
                  </a:lnTo>
                  <a:cubicBezTo>
                    <a:pt x="2339301" y="10002"/>
                    <a:pt x="2433380" y="108478"/>
                    <a:pt x="2433380" y="240801"/>
                  </a:cubicBezTo>
                  <a:close/>
                  <a:moveTo>
                    <a:pt x="2181992" y="106170"/>
                  </a:moveTo>
                  <a:lnTo>
                    <a:pt x="2124164" y="106170"/>
                  </a:lnTo>
                  <a:lnTo>
                    <a:pt x="2124164" y="375440"/>
                  </a:lnTo>
                  <a:lnTo>
                    <a:pt x="2181992" y="375440"/>
                  </a:lnTo>
                  <a:cubicBezTo>
                    <a:pt x="2256795" y="375440"/>
                    <a:pt x="2317714" y="325431"/>
                    <a:pt x="2317714" y="240801"/>
                  </a:cubicBezTo>
                  <a:cubicBezTo>
                    <a:pt x="2317714" y="151560"/>
                    <a:pt x="2256795" y="106170"/>
                    <a:pt x="2181992" y="106170"/>
                  </a:cubicBezTo>
                  <a:close/>
                  <a:moveTo>
                    <a:pt x="2608814" y="106170"/>
                  </a:moveTo>
                  <a:lnTo>
                    <a:pt x="2608814" y="10002"/>
                  </a:lnTo>
                  <a:lnTo>
                    <a:pt x="2981270" y="10002"/>
                  </a:lnTo>
                  <a:lnTo>
                    <a:pt x="2981270" y="106170"/>
                  </a:lnTo>
                  <a:lnTo>
                    <a:pt x="2850949" y="106170"/>
                  </a:lnTo>
                  <a:lnTo>
                    <a:pt x="2850949" y="471607"/>
                  </a:lnTo>
                  <a:lnTo>
                    <a:pt x="2739135" y="471607"/>
                  </a:lnTo>
                  <a:lnTo>
                    <a:pt x="2739135" y="106170"/>
                  </a:lnTo>
                  <a:lnTo>
                    <a:pt x="2608814" y="106170"/>
                  </a:lnTo>
                  <a:close/>
                  <a:moveTo>
                    <a:pt x="3240997" y="482376"/>
                  </a:moveTo>
                  <a:cubicBezTo>
                    <a:pt x="3101414" y="482376"/>
                    <a:pt x="3004254" y="373135"/>
                    <a:pt x="3004254" y="240801"/>
                  </a:cubicBezTo>
                  <a:cubicBezTo>
                    <a:pt x="3004254" y="108478"/>
                    <a:pt x="3101414" y="0"/>
                    <a:pt x="3240997" y="0"/>
                  </a:cubicBezTo>
                  <a:cubicBezTo>
                    <a:pt x="3382111" y="0"/>
                    <a:pt x="3479271" y="108478"/>
                    <a:pt x="3479271" y="240801"/>
                  </a:cubicBezTo>
                  <a:cubicBezTo>
                    <a:pt x="3479271" y="373135"/>
                    <a:pt x="3382111" y="482376"/>
                    <a:pt x="3240997" y="482376"/>
                  </a:cubicBezTo>
                  <a:close/>
                  <a:moveTo>
                    <a:pt x="3240997" y="373903"/>
                  </a:moveTo>
                  <a:cubicBezTo>
                    <a:pt x="3309619" y="373903"/>
                    <a:pt x="3363606" y="320820"/>
                    <a:pt x="3363606" y="240801"/>
                  </a:cubicBezTo>
                  <a:cubicBezTo>
                    <a:pt x="3363606" y="160793"/>
                    <a:pt x="3309619" y="107708"/>
                    <a:pt x="3240997" y="107708"/>
                  </a:cubicBezTo>
                  <a:cubicBezTo>
                    <a:pt x="3173907" y="107708"/>
                    <a:pt x="3119930" y="160793"/>
                    <a:pt x="3119930" y="240801"/>
                  </a:cubicBezTo>
                  <a:cubicBezTo>
                    <a:pt x="3119930" y="320820"/>
                    <a:pt x="3173907" y="373903"/>
                    <a:pt x="3240997" y="373903"/>
                  </a:cubicBezTo>
                  <a:close/>
                  <a:moveTo>
                    <a:pt x="3747529" y="482376"/>
                  </a:moveTo>
                  <a:cubicBezTo>
                    <a:pt x="3622601" y="482376"/>
                    <a:pt x="3542406" y="391598"/>
                    <a:pt x="3542406" y="272348"/>
                  </a:cubicBezTo>
                  <a:lnTo>
                    <a:pt x="3542406" y="10002"/>
                  </a:lnTo>
                  <a:lnTo>
                    <a:pt x="3654221" y="10002"/>
                  </a:lnTo>
                  <a:lnTo>
                    <a:pt x="3654221" y="272348"/>
                  </a:lnTo>
                  <a:cubicBezTo>
                    <a:pt x="3654221" y="330052"/>
                    <a:pt x="3685070" y="373903"/>
                    <a:pt x="3747529" y="373903"/>
                  </a:cubicBezTo>
                  <a:cubicBezTo>
                    <a:pt x="3812300" y="373903"/>
                    <a:pt x="3840829" y="330052"/>
                    <a:pt x="3840829" y="272348"/>
                  </a:cubicBezTo>
                  <a:lnTo>
                    <a:pt x="3840829" y="10002"/>
                  </a:lnTo>
                  <a:lnTo>
                    <a:pt x="3952644" y="10002"/>
                  </a:lnTo>
                  <a:lnTo>
                    <a:pt x="3952644" y="272348"/>
                  </a:lnTo>
                  <a:cubicBezTo>
                    <a:pt x="3952644" y="391598"/>
                    <a:pt x="3875530" y="482376"/>
                    <a:pt x="3747529" y="482376"/>
                  </a:cubicBezTo>
                  <a:close/>
                  <a:moveTo>
                    <a:pt x="4041825" y="10002"/>
                  </a:moveTo>
                  <a:lnTo>
                    <a:pt x="4246178" y="10002"/>
                  </a:lnTo>
                  <a:cubicBezTo>
                    <a:pt x="4351821" y="10002"/>
                    <a:pt x="4424304" y="75396"/>
                    <a:pt x="4424304" y="165409"/>
                  </a:cubicBezTo>
                  <a:cubicBezTo>
                    <a:pt x="4424304" y="229264"/>
                    <a:pt x="4391143" y="277737"/>
                    <a:pt x="4337937" y="302348"/>
                  </a:cubicBezTo>
                  <a:lnTo>
                    <a:pt x="4337937" y="310811"/>
                  </a:lnTo>
                  <a:lnTo>
                    <a:pt x="4442040" y="463913"/>
                  </a:lnTo>
                  <a:lnTo>
                    <a:pt x="4442040" y="471607"/>
                  </a:lnTo>
                  <a:lnTo>
                    <a:pt x="4314809" y="471607"/>
                  </a:lnTo>
                  <a:lnTo>
                    <a:pt x="4218420" y="320052"/>
                  </a:lnTo>
                  <a:lnTo>
                    <a:pt x="4153640" y="320052"/>
                  </a:lnTo>
                  <a:lnTo>
                    <a:pt x="4153640" y="471607"/>
                  </a:lnTo>
                  <a:lnTo>
                    <a:pt x="4041825" y="471607"/>
                  </a:lnTo>
                  <a:lnTo>
                    <a:pt x="4041825" y="10002"/>
                  </a:lnTo>
                  <a:close/>
                  <a:moveTo>
                    <a:pt x="4308638" y="165409"/>
                  </a:moveTo>
                  <a:cubicBezTo>
                    <a:pt x="4308638" y="125403"/>
                    <a:pt x="4279339" y="106170"/>
                    <a:pt x="4238466" y="106170"/>
                  </a:cubicBezTo>
                  <a:lnTo>
                    <a:pt x="4153640" y="106170"/>
                  </a:lnTo>
                  <a:lnTo>
                    <a:pt x="4153640" y="225422"/>
                  </a:lnTo>
                  <a:lnTo>
                    <a:pt x="4239236" y="225422"/>
                  </a:lnTo>
                  <a:cubicBezTo>
                    <a:pt x="4278559" y="225422"/>
                    <a:pt x="4308638" y="204646"/>
                    <a:pt x="4308638" y="16540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46900" tIns="73425" rIns="146900" bIns="7342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94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 01">
  <p:cSld name="Cover 01">
    <p:bg>
      <p:bgPr>
        <a:solidFill>
          <a:schemeClr val="accent1"/>
        </a:solid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 txBox="1">
            <a:spLocks noGrp="1"/>
          </p:cNvSpPr>
          <p:nvPr>
            <p:ph type="subTitle" idx="1"/>
          </p:nvPr>
        </p:nvSpPr>
        <p:spPr>
          <a:xfrm>
            <a:off x="729753" y="6263606"/>
            <a:ext cx="11839200" cy="8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900" tIns="0" rIns="91450" bIns="45700" anchor="t" anchorCtr="0">
            <a:noAutofit/>
          </a:bodyPr>
          <a:lstStyle>
            <a:lvl1pPr lv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solidFill>
                  <a:schemeClr val="dk1"/>
                </a:solidFill>
              </a:defRPr>
            </a:lvl1pPr>
            <a:lvl2pPr lvl="1" algn="ctr">
              <a:lnSpc>
                <a:spcPct val="114000"/>
              </a:lnSpc>
              <a:spcBef>
                <a:spcPts val="200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14000"/>
              </a:lnSpc>
              <a:spcBef>
                <a:spcPts val="120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14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14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6pPr>
            <a:lvl7pPr lvl="6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7pPr>
            <a:lvl8pPr lvl="7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8pPr>
            <a:lvl9pPr lvl="8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body" idx="2"/>
          </p:nvPr>
        </p:nvSpPr>
        <p:spPr>
          <a:xfrm>
            <a:off x="729753" y="8369193"/>
            <a:ext cx="7270800" cy="7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900" tIns="45700" rIns="91450" bIns="45700" anchor="b" anchorCtr="0">
            <a:no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 b="1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marL="1371600" lvl="2" indent="-228600" algn="l">
              <a:lnSpc>
                <a:spcPct val="114000"/>
              </a:lnSpc>
              <a:spcBef>
                <a:spcPts val="1200"/>
              </a:spcBef>
              <a:spcAft>
                <a:spcPts val="0"/>
              </a:spcAft>
              <a:buSzPts val="2800"/>
              <a:buNone/>
              <a:defRPr sz="2800"/>
            </a:lvl3pPr>
            <a:lvl4pPr marL="1828800" lvl="3" indent="-228600" algn="l">
              <a:lnSpc>
                <a:spcPct val="114000"/>
              </a:lnSpc>
              <a:spcBef>
                <a:spcPts val="1200"/>
              </a:spcBef>
              <a:spcAft>
                <a:spcPts val="0"/>
              </a:spcAft>
              <a:buSzPts val="2800"/>
              <a:buNone/>
              <a:defRPr sz="2800"/>
            </a:lvl4pPr>
            <a:lvl5pPr marL="2286000" lvl="4" indent="-228600" algn="l">
              <a:lnSpc>
                <a:spcPct val="114000"/>
              </a:lnSpc>
              <a:spcBef>
                <a:spcPts val="1200"/>
              </a:spcBef>
              <a:spcAft>
                <a:spcPts val="0"/>
              </a:spcAft>
              <a:buSzPts val="2800"/>
              <a:buNone/>
              <a:defRPr sz="2800"/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/>
          <p:nvPr/>
        </p:nvSpPr>
        <p:spPr>
          <a:xfrm>
            <a:off x="914390" y="9692640"/>
            <a:ext cx="270499" cy="257175"/>
          </a:xfrm>
          <a:custGeom>
            <a:avLst/>
            <a:gdLst/>
            <a:ahLst/>
            <a:cxnLst/>
            <a:rect l="l" t="t" r="r" b="b"/>
            <a:pathLst>
              <a:path w="5409981" h="5143500" extrusionOk="0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1321302" y="9733832"/>
            <a:ext cx="3362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</a:t>
            </a:r>
            <a:r>
              <a:rPr lang="en-US" sz="1200">
                <a:solidFill>
                  <a:schemeClr val="lt1"/>
                </a:solidFill>
              </a:rPr>
              <a:t>6</a:t>
            </a:r>
            <a:r>
              <a:rPr lang="en-US"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3"/>
          <p:cNvSpPr txBox="1">
            <a:spLocks noGrp="1"/>
          </p:cNvSpPr>
          <p:nvPr>
            <p:ph type="title"/>
          </p:nvPr>
        </p:nvSpPr>
        <p:spPr>
          <a:xfrm>
            <a:off x="729750" y="1328425"/>
            <a:ext cx="13417800" cy="465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91450" rIns="91450" bIns="91450" anchor="b" anchorCtr="0">
            <a:noAutofit/>
          </a:bodyPr>
          <a:lstStyle>
            <a:lvl1pPr marL="0" marR="0" lvl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800"/>
              <a:buNone/>
              <a:defRPr sz="8800">
                <a:solidFill>
                  <a:schemeClr val="lt1"/>
                </a:solidFill>
              </a:defRPr>
            </a:lvl1pPr>
            <a:lvl2pPr lvl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800"/>
              <a:buFont typeface="Arial Black"/>
              <a:buNone/>
              <a:defRPr sz="8800" b="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lvl="2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8800"/>
              <a:buFont typeface="Arial Black"/>
              <a:buNone/>
              <a:defRPr sz="8800" b="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3pPr>
            <a:lvl4pPr lvl="3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8800"/>
              <a:buFont typeface="Arial Black"/>
              <a:buNone/>
              <a:defRPr sz="8800" b="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lvl="4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8800"/>
              <a:buFont typeface="Arial Black"/>
              <a:buNone/>
              <a:defRPr sz="8800" b="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5pPr>
            <a:lvl6pPr lvl="5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8800"/>
              <a:buFont typeface="Arial Black"/>
              <a:buNone/>
              <a:defRPr sz="8800" b="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6pPr>
            <a:lvl7pPr lvl="6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8800"/>
              <a:buFont typeface="Arial Black"/>
              <a:buNone/>
              <a:defRPr sz="8800" b="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7pPr>
            <a:lvl8pPr lvl="7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8800"/>
              <a:buFont typeface="Arial Black"/>
              <a:buNone/>
              <a:defRPr sz="8800" b="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8pPr>
            <a:lvl9pPr lvl="8">
              <a:lnSpc>
                <a:spcPct val="10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8800"/>
              <a:buFont typeface="Arial Black"/>
              <a:buNone/>
              <a:defRPr sz="8800" b="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>
            <a:endParaRPr/>
          </a:p>
        </p:txBody>
      </p:sp>
      <p:pic>
        <p:nvPicPr>
          <p:cNvPr id="28" name="Google Shape;28;p3" title="swt25-cloud-06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4731749" y="4763049"/>
            <a:ext cx="3005153" cy="171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Google Shape;29;p3" title="swt25-cloud-06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216550" y="5983843"/>
            <a:ext cx="3005153" cy="171680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Google Shape;30;p3" title="sno25-swt-vignettes-r7-rgb_left-corner-1 copy.png"/>
          <p:cNvPicPr preferRelativeResize="0"/>
          <p:nvPr/>
        </p:nvPicPr>
        <p:blipFill rotWithShape="1">
          <a:blip r:embed="rId3">
            <a:alphaModFix/>
          </a:blip>
          <a:srcRect t="2061" b="2061"/>
          <a:stretch/>
        </p:blipFill>
        <p:spPr>
          <a:xfrm>
            <a:off x="10495747" y="4107375"/>
            <a:ext cx="7792251" cy="61796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ulti-use layout">
  <p:cSld name="Multi-use layou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"/>
          <p:cNvSpPr/>
          <p:nvPr/>
        </p:nvSpPr>
        <p:spPr>
          <a:xfrm>
            <a:off x="914390" y="9692640"/>
            <a:ext cx="270499" cy="257175"/>
          </a:xfrm>
          <a:custGeom>
            <a:avLst/>
            <a:gdLst/>
            <a:ahLst/>
            <a:cxnLst/>
            <a:rect l="l" t="t" r="r" b="b"/>
            <a:pathLst>
              <a:path w="5409981" h="5143500" extrusionOk="0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1321302" y="9733832"/>
            <a:ext cx="3362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© 202</a:t>
            </a:r>
            <a:r>
              <a:rPr lang="en-US" sz="1200">
                <a:solidFill>
                  <a:srgbClr val="929292"/>
                </a:solidFill>
              </a:rPr>
              <a:t>6</a:t>
            </a:r>
            <a:r>
              <a:rPr lang="en-US" sz="1200" b="0" i="0" u="none" strike="noStrike" cap="non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1200" b="0" i="0" u="none" strike="noStrike" cap="none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4"/>
          <p:cNvSpPr txBox="1"/>
          <p:nvPr/>
        </p:nvSpPr>
        <p:spPr>
          <a:xfrm>
            <a:off x="16653751" y="9650985"/>
            <a:ext cx="11334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4"/>
          <p:cNvSpPr txBox="1">
            <a:spLocks noGrp="1"/>
          </p:cNvSpPr>
          <p:nvPr>
            <p:ph type="title"/>
          </p:nvPr>
        </p:nvSpPr>
        <p:spPr>
          <a:xfrm>
            <a:off x="731520" y="548640"/>
            <a:ext cx="16642200" cy="7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900" tIns="182900" rIns="182900" bIns="182900" anchor="t" anchorCtr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4"/>
          <p:cNvSpPr txBox="1">
            <a:spLocks noGrp="1"/>
          </p:cNvSpPr>
          <p:nvPr>
            <p:ph type="subTitle" idx="1"/>
          </p:nvPr>
        </p:nvSpPr>
        <p:spPr>
          <a:xfrm>
            <a:off x="731520" y="1311736"/>
            <a:ext cx="16689600" cy="7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900" tIns="182900" rIns="182900" bIns="182900" anchor="t" anchorCtr="0">
            <a:noAutofit/>
          </a:bodyPr>
          <a:lstStyle>
            <a:lvl1pPr lv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3600"/>
              <a:buNone/>
              <a:defRPr>
                <a:solidFill>
                  <a:srgbClr val="5B5B5B"/>
                </a:solidFill>
              </a:defRPr>
            </a:lvl1pPr>
            <a:lvl2pPr lvl="1" algn="l">
              <a:lnSpc>
                <a:spcPct val="114000"/>
              </a:lnSpc>
              <a:spcBef>
                <a:spcPts val="2000"/>
              </a:spcBef>
              <a:spcAft>
                <a:spcPts val="0"/>
              </a:spcAft>
              <a:buClr>
                <a:srgbClr val="5B5B5B"/>
              </a:buClr>
              <a:buSzPts val="3600"/>
              <a:buNone/>
              <a:defRPr>
                <a:solidFill>
                  <a:srgbClr val="5B5B5B"/>
                </a:solidFill>
              </a:defRPr>
            </a:lvl2pPr>
            <a:lvl3pPr lvl="2" algn="l">
              <a:lnSpc>
                <a:spcPct val="114000"/>
              </a:lnSpc>
              <a:spcBef>
                <a:spcPts val="2000"/>
              </a:spcBef>
              <a:spcAft>
                <a:spcPts val="0"/>
              </a:spcAft>
              <a:buClr>
                <a:srgbClr val="5B5B5B"/>
              </a:buClr>
              <a:buSzPts val="2800"/>
              <a:buNone/>
              <a:defRPr>
                <a:solidFill>
                  <a:srgbClr val="5B5B5B"/>
                </a:solidFill>
              </a:defRPr>
            </a:lvl3pPr>
            <a:lvl4pPr lvl="3" algn="l">
              <a:lnSpc>
                <a:spcPct val="114000"/>
              </a:lnSpc>
              <a:spcBef>
                <a:spcPts val="2000"/>
              </a:spcBef>
              <a:spcAft>
                <a:spcPts val="0"/>
              </a:spcAft>
              <a:buClr>
                <a:srgbClr val="5B5B5B"/>
              </a:buClr>
              <a:buSzPts val="2800"/>
              <a:buNone/>
              <a:defRPr>
                <a:solidFill>
                  <a:srgbClr val="5B5B5B"/>
                </a:solidFill>
              </a:defRPr>
            </a:lvl4pPr>
            <a:lvl5pPr lvl="4" algn="l">
              <a:lnSpc>
                <a:spcPct val="114000"/>
              </a:lnSpc>
              <a:spcBef>
                <a:spcPts val="2000"/>
              </a:spcBef>
              <a:spcAft>
                <a:spcPts val="0"/>
              </a:spcAft>
              <a:buClr>
                <a:srgbClr val="5B5B5B"/>
              </a:buClr>
              <a:buSzPts val="2800"/>
              <a:buNone/>
              <a:defRPr>
                <a:solidFill>
                  <a:srgbClr val="5B5B5B"/>
                </a:solidFill>
              </a:defRPr>
            </a:lvl5pPr>
            <a:lvl6pPr lvl="5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5B5B5B"/>
              </a:buClr>
              <a:buSzPts val="2800"/>
              <a:buNone/>
              <a:defRPr>
                <a:solidFill>
                  <a:srgbClr val="5B5B5B"/>
                </a:solidFill>
              </a:defRPr>
            </a:lvl6pPr>
            <a:lvl7pPr lvl="6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5B5B5B"/>
              </a:buClr>
              <a:buSzPts val="2800"/>
              <a:buNone/>
              <a:defRPr>
                <a:solidFill>
                  <a:srgbClr val="5B5B5B"/>
                </a:solidFill>
              </a:defRPr>
            </a:lvl7pPr>
            <a:lvl8pPr lvl="7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5B5B5B"/>
              </a:buClr>
              <a:buSzPts val="2800"/>
              <a:buNone/>
              <a:defRPr>
                <a:solidFill>
                  <a:srgbClr val="5B5B5B"/>
                </a:solidFill>
              </a:defRPr>
            </a:lvl8pPr>
            <a:lvl9pPr lvl="8" algn="l">
              <a:lnSpc>
                <a:spcPct val="90000"/>
              </a:lnSpc>
              <a:spcBef>
                <a:spcPts val="2000"/>
              </a:spcBef>
              <a:spcAft>
                <a:spcPts val="2000"/>
              </a:spcAft>
              <a:buClr>
                <a:srgbClr val="5B5B5B"/>
              </a:buClr>
              <a:buSzPts val="2800"/>
              <a:buNone/>
              <a:defRPr>
                <a:solidFill>
                  <a:srgbClr val="5B5B5B"/>
                </a:solidFill>
              </a:defRPr>
            </a:lvl9pPr>
          </a:lstStyle>
          <a:p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0" y="687611"/>
            <a:ext cx="274200" cy="73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182900" tIns="182900" rIns="182900" bIns="1829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endParaRPr sz="3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Agenda">
    <p:bg>
      <p:bgPr>
        <a:solidFill>
          <a:schemeClr val="accent1"/>
        </a:solidFill>
        <a:effectLst/>
      </p:bgPr>
    </p:bg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6"/>
          <p:cNvSpPr txBox="1">
            <a:spLocks noGrp="1"/>
          </p:cNvSpPr>
          <p:nvPr>
            <p:ph type="body" idx="1"/>
          </p:nvPr>
        </p:nvSpPr>
        <p:spPr>
          <a:xfrm>
            <a:off x="1864659" y="1679945"/>
            <a:ext cx="12893400" cy="69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t" anchorCtr="0">
            <a:no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>
                <a:solidFill>
                  <a:schemeClr val="dk1"/>
                </a:solidFill>
              </a:defRPr>
            </a:lvl1pPr>
            <a:lvl2pPr marL="914400" lvl="1" indent="-457200" algn="l">
              <a:lnSpc>
                <a:spcPct val="114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3600"/>
              <a:buChar char="•"/>
              <a:defRPr b="1">
                <a:solidFill>
                  <a:schemeClr val="dk1"/>
                </a:solidFill>
              </a:defRPr>
            </a:lvl2pPr>
            <a:lvl3pPr marL="1371600" lvl="2" indent="-419100" algn="l">
              <a:lnSpc>
                <a:spcPct val="114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3000"/>
              <a:buChar char="•"/>
              <a:defRPr b="1">
                <a:solidFill>
                  <a:schemeClr val="dk1"/>
                </a:solidFill>
              </a:defRPr>
            </a:lvl3pPr>
            <a:lvl4pPr marL="1828800" lvl="3" indent="-406400" algn="l">
              <a:lnSpc>
                <a:spcPct val="114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  <a:defRPr b="1">
                <a:solidFill>
                  <a:schemeClr val="dk1"/>
                </a:solidFill>
              </a:defRPr>
            </a:lvl4pPr>
            <a:lvl5pPr marL="2286000" lvl="4" indent="-406400" algn="l">
              <a:lnSpc>
                <a:spcPct val="114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  <a:defRPr b="1"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6"/>
          <p:cNvSpPr/>
          <p:nvPr/>
        </p:nvSpPr>
        <p:spPr>
          <a:xfrm>
            <a:off x="914390" y="9692640"/>
            <a:ext cx="270499" cy="257175"/>
          </a:xfrm>
          <a:custGeom>
            <a:avLst/>
            <a:gdLst/>
            <a:ahLst/>
            <a:cxnLst/>
            <a:rect l="l" t="t" r="r" b="b"/>
            <a:pathLst>
              <a:path w="5409981" h="5143500" extrusionOk="0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6"/>
          <p:cNvSpPr/>
          <p:nvPr/>
        </p:nvSpPr>
        <p:spPr>
          <a:xfrm>
            <a:off x="1321302" y="9733832"/>
            <a:ext cx="3362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rPr lang="en-US" sz="1200">
                <a:solidFill>
                  <a:schemeClr val="lt1"/>
                </a:solidFill>
              </a:rPr>
              <a:t>© 2026 Snowflake Inc. All Rights Reserved</a:t>
            </a:r>
            <a:endParaRPr sz="1200">
              <a:solidFill>
                <a:schemeClr val="lt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endParaRPr sz="1200">
              <a:solidFill>
                <a:schemeClr val="lt1"/>
              </a:solidFill>
            </a:endParaRPr>
          </a:p>
        </p:txBody>
      </p:sp>
      <p:sp>
        <p:nvSpPr>
          <p:cNvPr id="51" name="Google Shape;51;p6"/>
          <p:cNvSpPr txBox="1">
            <a:spLocks noGrp="1"/>
          </p:cNvSpPr>
          <p:nvPr>
            <p:ph type="title"/>
          </p:nvPr>
        </p:nvSpPr>
        <p:spPr>
          <a:xfrm>
            <a:off x="709117" y="727121"/>
            <a:ext cx="16740600" cy="7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900" tIns="182900" rIns="182900" bIns="0" anchor="t" anchorCtr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Arial"/>
              <a:buNone/>
              <a:defRPr sz="5200" b="1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52" name="Google Shape;52;p6" title="swt25-cloud-06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4127549" y="6691801"/>
            <a:ext cx="3769600" cy="2153502"/>
          </a:xfrm>
          <a:prstGeom prst="rect">
            <a:avLst/>
          </a:prstGeom>
          <a:noFill/>
          <a:ln>
            <a:noFill/>
          </a:ln>
        </p:spPr>
      </p:pic>
      <p:pic>
        <p:nvPicPr>
          <p:cNvPr id="53" name="Google Shape;53;p6" title="sno25-swt-vignettes-r7-rgb_right-corner-3.png"/>
          <p:cNvPicPr preferRelativeResize="0"/>
          <p:nvPr/>
        </p:nvPicPr>
        <p:blipFill rotWithShape="1">
          <a:blip r:embed="rId3">
            <a:alphaModFix/>
          </a:blip>
          <a:srcRect t="12762" b="122"/>
          <a:stretch/>
        </p:blipFill>
        <p:spPr>
          <a:xfrm>
            <a:off x="12742751" y="5018998"/>
            <a:ext cx="5545246" cy="5267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01 (No Graphics)">
  <p:cSld name="Divider 01 (No Graphics)">
    <p:bg>
      <p:bgPr>
        <a:solidFill>
          <a:schemeClr val="accent1"/>
        </a:soli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/>
          <p:nvPr/>
        </p:nvSpPr>
        <p:spPr>
          <a:xfrm>
            <a:off x="914390" y="9692640"/>
            <a:ext cx="270499" cy="257175"/>
          </a:xfrm>
          <a:custGeom>
            <a:avLst/>
            <a:gdLst/>
            <a:ahLst/>
            <a:cxnLst/>
            <a:rect l="l" t="t" r="r" b="b"/>
            <a:pathLst>
              <a:path w="5409981" h="5143500" extrusionOk="0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7"/>
          <p:cNvSpPr/>
          <p:nvPr/>
        </p:nvSpPr>
        <p:spPr>
          <a:xfrm>
            <a:off x="1321302" y="9733832"/>
            <a:ext cx="3362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rPr lang="en-US" sz="1200">
                <a:solidFill>
                  <a:schemeClr val="lt1"/>
                </a:solidFill>
              </a:rPr>
              <a:t>© 2026 Snowflake Inc. All Rights Reserved</a:t>
            </a:r>
            <a:endParaRPr sz="1200">
              <a:solidFill>
                <a:schemeClr val="lt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endParaRPr sz="1200">
              <a:solidFill>
                <a:schemeClr val="lt1"/>
              </a:solidFill>
            </a:endParaRPr>
          </a:p>
        </p:txBody>
      </p:sp>
      <p:sp>
        <p:nvSpPr>
          <p:cNvPr id="57" name="Google Shape;57;p7"/>
          <p:cNvSpPr txBox="1">
            <a:spLocks noGrp="1"/>
          </p:cNvSpPr>
          <p:nvPr>
            <p:ph type="ctrTitle"/>
          </p:nvPr>
        </p:nvSpPr>
        <p:spPr>
          <a:xfrm>
            <a:off x="705200" y="2313253"/>
            <a:ext cx="13635600" cy="298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900" tIns="45700" rIns="91450" bIns="0" anchor="b" anchorCtr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Arial"/>
              <a:buNone/>
              <a:defRPr sz="80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92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lumn Layout w Titles">
  <p:cSld name="Three Column Layout w Titles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/>
          <p:nvPr/>
        </p:nvSpPr>
        <p:spPr>
          <a:xfrm>
            <a:off x="914390" y="9692640"/>
            <a:ext cx="270499" cy="257175"/>
          </a:xfrm>
          <a:custGeom>
            <a:avLst/>
            <a:gdLst/>
            <a:ahLst/>
            <a:cxnLst/>
            <a:rect l="l" t="t" r="r" b="b"/>
            <a:pathLst>
              <a:path w="5409981" h="5143500" extrusionOk="0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8"/>
          <p:cNvSpPr/>
          <p:nvPr/>
        </p:nvSpPr>
        <p:spPr>
          <a:xfrm>
            <a:off x="1321302" y="9733832"/>
            <a:ext cx="3362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SzPts val="1200"/>
              <a:buFont typeface="Arial"/>
              <a:buNone/>
            </a:pPr>
            <a:r>
              <a:rPr lang="en-US" sz="1200" b="0" i="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© 202</a:t>
            </a:r>
            <a:r>
              <a:rPr lang="en-US" sz="1200">
                <a:solidFill>
                  <a:srgbClr val="929292"/>
                </a:solidFill>
              </a:rPr>
              <a:t>6</a:t>
            </a:r>
            <a:r>
              <a:rPr lang="en-US" sz="1200" b="0" i="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1200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8"/>
          <p:cNvSpPr txBox="1"/>
          <p:nvPr/>
        </p:nvSpPr>
        <p:spPr>
          <a:xfrm>
            <a:off x="16653751" y="9650985"/>
            <a:ext cx="11334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i="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i="0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8"/>
          <p:cNvSpPr txBox="1">
            <a:spLocks noGrp="1"/>
          </p:cNvSpPr>
          <p:nvPr>
            <p:ph type="body" idx="1"/>
          </p:nvPr>
        </p:nvSpPr>
        <p:spPr>
          <a:xfrm>
            <a:off x="709116" y="2708082"/>
            <a:ext cx="5158200" cy="77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900" tIns="45700" rIns="91450" bIns="0" anchor="b" anchorCtr="0">
            <a:no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 b="1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114000"/>
              </a:lnSpc>
              <a:spcBef>
                <a:spcPts val="20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4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14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14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3" name="Google Shape;63;p8"/>
          <p:cNvSpPr txBox="1">
            <a:spLocks noGrp="1"/>
          </p:cNvSpPr>
          <p:nvPr>
            <p:ph type="body" idx="2"/>
          </p:nvPr>
        </p:nvSpPr>
        <p:spPr>
          <a:xfrm>
            <a:off x="6357211" y="2711220"/>
            <a:ext cx="5368200" cy="77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900" tIns="45700" rIns="91450" bIns="0" anchor="b" anchorCtr="0">
            <a:no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 b="1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114000"/>
              </a:lnSpc>
              <a:spcBef>
                <a:spcPts val="20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4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14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14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4" name="Google Shape;64;p8"/>
          <p:cNvSpPr txBox="1">
            <a:spLocks noGrp="1"/>
          </p:cNvSpPr>
          <p:nvPr>
            <p:ph type="body" idx="3"/>
          </p:nvPr>
        </p:nvSpPr>
        <p:spPr>
          <a:xfrm>
            <a:off x="12215681" y="2708082"/>
            <a:ext cx="5234400" cy="77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900" tIns="45700" rIns="91450" bIns="0" anchor="b" anchorCtr="0">
            <a:no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 b="1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114000"/>
              </a:lnSpc>
              <a:spcBef>
                <a:spcPts val="20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4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14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14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5" name="Google Shape;65;p8"/>
          <p:cNvSpPr txBox="1">
            <a:spLocks noGrp="1"/>
          </p:cNvSpPr>
          <p:nvPr>
            <p:ph type="body" idx="4"/>
          </p:nvPr>
        </p:nvSpPr>
        <p:spPr>
          <a:xfrm>
            <a:off x="709116" y="3529540"/>
            <a:ext cx="5158200" cy="58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900" tIns="45700" rIns="91450" bIns="45700" anchor="t" anchorCtr="0">
            <a:no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3600"/>
              <a:buNone/>
              <a:defRPr/>
            </a:lvl1pPr>
            <a:lvl2pPr marL="914400" lvl="1" indent="-342900" algn="l">
              <a:lnSpc>
                <a:spcPct val="114000"/>
              </a:lnSpc>
              <a:spcBef>
                <a:spcPts val="20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4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14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14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6" name="Google Shape;66;p8"/>
          <p:cNvSpPr txBox="1">
            <a:spLocks noGrp="1"/>
          </p:cNvSpPr>
          <p:nvPr>
            <p:ph type="body" idx="5"/>
          </p:nvPr>
        </p:nvSpPr>
        <p:spPr>
          <a:xfrm>
            <a:off x="6357210" y="3529540"/>
            <a:ext cx="5364000" cy="58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900" tIns="45700" rIns="91450" bIns="45700" anchor="t" anchorCtr="0">
            <a:no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3600"/>
              <a:buNone/>
              <a:defRPr/>
            </a:lvl1pPr>
            <a:lvl2pPr marL="914400" lvl="1" indent="-342900" algn="l">
              <a:lnSpc>
                <a:spcPct val="114000"/>
              </a:lnSpc>
              <a:spcBef>
                <a:spcPts val="20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4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14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14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7" name="Google Shape;67;p8"/>
          <p:cNvSpPr txBox="1">
            <a:spLocks noGrp="1"/>
          </p:cNvSpPr>
          <p:nvPr>
            <p:ph type="body" idx="6"/>
          </p:nvPr>
        </p:nvSpPr>
        <p:spPr>
          <a:xfrm>
            <a:off x="12215685" y="3528860"/>
            <a:ext cx="5234400" cy="58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900" tIns="45700" rIns="91450" bIns="45700" anchor="t" anchorCtr="0">
            <a:no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3600"/>
              <a:buNone/>
              <a:defRPr/>
            </a:lvl1pPr>
            <a:lvl2pPr marL="914400" lvl="1" indent="-342900" algn="l">
              <a:lnSpc>
                <a:spcPct val="114000"/>
              </a:lnSpc>
              <a:spcBef>
                <a:spcPts val="20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4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14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14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8" name="Google Shape;68;p8"/>
          <p:cNvSpPr txBox="1">
            <a:spLocks noGrp="1"/>
          </p:cNvSpPr>
          <p:nvPr>
            <p:ph type="title"/>
          </p:nvPr>
        </p:nvSpPr>
        <p:spPr>
          <a:xfrm>
            <a:off x="731520" y="548640"/>
            <a:ext cx="16642200" cy="7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900" tIns="182900" rIns="182900" bIns="182900" anchor="t" anchorCtr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"/>
          <p:cNvSpPr txBox="1">
            <a:spLocks noGrp="1"/>
          </p:cNvSpPr>
          <p:nvPr>
            <p:ph type="subTitle" idx="7"/>
          </p:nvPr>
        </p:nvSpPr>
        <p:spPr>
          <a:xfrm>
            <a:off x="731520" y="1311736"/>
            <a:ext cx="16689600" cy="7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900" tIns="182900" rIns="182900" bIns="182900" anchor="t" anchorCtr="0">
            <a:noAutofit/>
          </a:bodyPr>
          <a:lstStyle>
            <a:lvl1pPr lv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3600"/>
              <a:buNone/>
              <a:defRPr>
                <a:solidFill>
                  <a:srgbClr val="5B5B5B"/>
                </a:solidFill>
              </a:defRPr>
            </a:lvl1pPr>
            <a:lvl2pPr lvl="1" algn="l">
              <a:lnSpc>
                <a:spcPct val="114000"/>
              </a:lnSpc>
              <a:spcBef>
                <a:spcPts val="2000"/>
              </a:spcBef>
              <a:spcAft>
                <a:spcPts val="0"/>
              </a:spcAft>
              <a:buClr>
                <a:srgbClr val="5B5B5B"/>
              </a:buClr>
              <a:buSzPts val="3600"/>
              <a:buNone/>
              <a:defRPr>
                <a:solidFill>
                  <a:srgbClr val="5B5B5B"/>
                </a:solidFill>
              </a:defRPr>
            </a:lvl2pPr>
            <a:lvl3pPr lvl="2" algn="l">
              <a:lnSpc>
                <a:spcPct val="114000"/>
              </a:lnSpc>
              <a:spcBef>
                <a:spcPts val="2000"/>
              </a:spcBef>
              <a:spcAft>
                <a:spcPts val="0"/>
              </a:spcAft>
              <a:buClr>
                <a:srgbClr val="5B5B5B"/>
              </a:buClr>
              <a:buSzPts val="2800"/>
              <a:buNone/>
              <a:defRPr>
                <a:solidFill>
                  <a:srgbClr val="5B5B5B"/>
                </a:solidFill>
              </a:defRPr>
            </a:lvl3pPr>
            <a:lvl4pPr lvl="3" algn="l">
              <a:lnSpc>
                <a:spcPct val="114000"/>
              </a:lnSpc>
              <a:spcBef>
                <a:spcPts val="2000"/>
              </a:spcBef>
              <a:spcAft>
                <a:spcPts val="0"/>
              </a:spcAft>
              <a:buClr>
                <a:srgbClr val="5B5B5B"/>
              </a:buClr>
              <a:buSzPts val="2800"/>
              <a:buNone/>
              <a:defRPr>
                <a:solidFill>
                  <a:srgbClr val="5B5B5B"/>
                </a:solidFill>
              </a:defRPr>
            </a:lvl4pPr>
            <a:lvl5pPr lvl="4" algn="l">
              <a:lnSpc>
                <a:spcPct val="114000"/>
              </a:lnSpc>
              <a:spcBef>
                <a:spcPts val="2000"/>
              </a:spcBef>
              <a:spcAft>
                <a:spcPts val="0"/>
              </a:spcAft>
              <a:buClr>
                <a:srgbClr val="5B5B5B"/>
              </a:buClr>
              <a:buSzPts val="2800"/>
              <a:buNone/>
              <a:defRPr>
                <a:solidFill>
                  <a:srgbClr val="5B5B5B"/>
                </a:solidFill>
              </a:defRPr>
            </a:lvl5pPr>
            <a:lvl6pPr lvl="5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5B5B5B"/>
              </a:buClr>
              <a:buSzPts val="2800"/>
              <a:buNone/>
              <a:defRPr>
                <a:solidFill>
                  <a:srgbClr val="5B5B5B"/>
                </a:solidFill>
              </a:defRPr>
            </a:lvl6pPr>
            <a:lvl7pPr lvl="6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5B5B5B"/>
              </a:buClr>
              <a:buSzPts val="2800"/>
              <a:buNone/>
              <a:defRPr>
                <a:solidFill>
                  <a:srgbClr val="5B5B5B"/>
                </a:solidFill>
              </a:defRPr>
            </a:lvl7pPr>
            <a:lvl8pPr lvl="7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5B5B5B"/>
              </a:buClr>
              <a:buSzPts val="2800"/>
              <a:buNone/>
              <a:defRPr>
                <a:solidFill>
                  <a:srgbClr val="5B5B5B"/>
                </a:solidFill>
              </a:defRPr>
            </a:lvl8pPr>
            <a:lvl9pPr lvl="8" algn="l">
              <a:lnSpc>
                <a:spcPct val="90000"/>
              </a:lnSpc>
              <a:spcBef>
                <a:spcPts val="2000"/>
              </a:spcBef>
              <a:spcAft>
                <a:spcPts val="2000"/>
              </a:spcAft>
              <a:buClr>
                <a:srgbClr val="5B5B5B"/>
              </a:buClr>
              <a:buSzPts val="2800"/>
              <a:buNone/>
              <a:defRPr>
                <a:solidFill>
                  <a:srgbClr val="5B5B5B"/>
                </a:solidFill>
              </a:defRPr>
            </a:lvl9pPr>
          </a:lstStyle>
          <a:p>
            <a:endParaRPr/>
          </a:p>
        </p:txBody>
      </p:sp>
      <p:sp>
        <p:nvSpPr>
          <p:cNvPr id="70" name="Google Shape;70;p8"/>
          <p:cNvSpPr/>
          <p:nvPr/>
        </p:nvSpPr>
        <p:spPr>
          <a:xfrm>
            <a:off x="0" y="687611"/>
            <a:ext cx="274200" cy="73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182900" tIns="182900" rIns="182900" bIns="1829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endParaRPr sz="3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03">
  <p:cSld name="Divider 03">
    <p:bg>
      <p:bgPr>
        <a:solidFill>
          <a:schemeClr val="accent1"/>
        </a:solidFill>
        <a:effectLst/>
      </p:bgPr>
    </p:bg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9"/>
          <p:cNvSpPr txBox="1">
            <a:spLocks noGrp="1"/>
          </p:cNvSpPr>
          <p:nvPr>
            <p:ph type="ctrTitle"/>
          </p:nvPr>
        </p:nvSpPr>
        <p:spPr>
          <a:xfrm>
            <a:off x="705200" y="2313253"/>
            <a:ext cx="13635600" cy="298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900" tIns="45700" rIns="91450" bIns="0" anchor="b" anchorCtr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Arial"/>
              <a:buNone/>
              <a:defRPr sz="80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73" name="Google Shape;73;p9" title="swt25-cloud-06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4010599" y="5006775"/>
            <a:ext cx="2706248" cy="1546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9" title="swt25-cloud-06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820249" y="7864625"/>
            <a:ext cx="2706248" cy="154605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9"/>
          <p:cNvSpPr/>
          <p:nvPr/>
        </p:nvSpPr>
        <p:spPr>
          <a:xfrm>
            <a:off x="914390" y="9692640"/>
            <a:ext cx="270499" cy="257175"/>
          </a:xfrm>
          <a:custGeom>
            <a:avLst/>
            <a:gdLst/>
            <a:ahLst/>
            <a:cxnLst/>
            <a:rect l="l" t="t" r="r" b="b"/>
            <a:pathLst>
              <a:path w="5409981" h="5143500" extrusionOk="0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9"/>
          <p:cNvSpPr/>
          <p:nvPr/>
        </p:nvSpPr>
        <p:spPr>
          <a:xfrm>
            <a:off x="1321302" y="9733832"/>
            <a:ext cx="3362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rPr lang="en-US" sz="1200">
                <a:solidFill>
                  <a:schemeClr val="lt1"/>
                </a:solidFill>
              </a:rPr>
              <a:t>© 2026 Snowflake Inc. All Rights Reserved</a:t>
            </a:r>
            <a:endParaRPr sz="120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endParaRPr sz="1200">
              <a:solidFill>
                <a:schemeClr val="lt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endParaRPr sz="1200">
              <a:solidFill>
                <a:schemeClr val="lt1"/>
              </a:solidFill>
            </a:endParaRPr>
          </a:p>
        </p:txBody>
      </p:sp>
      <p:pic>
        <p:nvPicPr>
          <p:cNvPr id="77" name="Google Shape;77;p9" title="citiscape-6_b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61874" y="3655951"/>
            <a:ext cx="9108255" cy="6631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92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02">
  <p:cSld name="Divider 02">
    <p:bg>
      <p:bgPr>
        <a:solidFill>
          <a:schemeClr val="accent1"/>
        </a:solidFill>
        <a:effectLst/>
      </p:bgPr>
    </p:bg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0"/>
          <p:cNvSpPr/>
          <p:nvPr/>
        </p:nvSpPr>
        <p:spPr>
          <a:xfrm>
            <a:off x="914390" y="9692640"/>
            <a:ext cx="270499" cy="257175"/>
          </a:xfrm>
          <a:custGeom>
            <a:avLst/>
            <a:gdLst/>
            <a:ahLst/>
            <a:cxnLst/>
            <a:rect l="l" t="t" r="r" b="b"/>
            <a:pathLst>
              <a:path w="5409981" h="5143500" extrusionOk="0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10"/>
          <p:cNvSpPr/>
          <p:nvPr/>
        </p:nvSpPr>
        <p:spPr>
          <a:xfrm>
            <a:off x="1321302" y="9733832"/>
            <a:ext cx="3362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rPr lang="en-US" sz="1200">
                <a:solidFill>
                  <a:schemeClr val="lt1"/>
                </a:solidFill>
              </a:rPr>
              <a:t>© 2026 Snowflake Inc. All Rights Reserved</a:t>
            </a:r>
            <a:endParaRPr sz="1200">
              <a:solidFill>
                <a:schemeClr val="lt1"/>
              </a:solidFill>
            </a:endParaRPr>
          </a:p>
        </p:txBody>
      </p:sp>
      <p:sp>
        <p:nvSpPr>
          <p:cNvPr id="81" name="Google Shape;81;p10"/>
          <p:cNvSpPr txBox="1">
            <a:spLocks noGrp="1"/>
          </p:cNvSpPr>
          <p:nvPr>
            <p:ph type="ctrTitle"/>
          </p:nvPr>
        </p:nvSpPr>
        <p:spPr>
          <a:xfrm>
            <a:off x="705200" y="2313253"/>
            <a:ext cx="13635600" cy="298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900" tIns="45700" rIns="91450" bIns="0" anchor="b" anchorCtr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Arial"/>
              <a:buNone/>
              <a:defRPr sz="80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82" name="Google Shape;82;p10" title="swt25-cloud-06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383901" y="6724283"/>
            <a:ext cx="3362396" cy="1920912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0" title="swt25-cloud-06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4595649" y="5067298"/>
            <a:ext cx="2297600" cy="131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 title="swt25-vignette-6_right-corner-a.png"/>
          <p:cNvPicPr preferRelativeResize="0"/>
          <p:nvPr/>
        </p:nvPicPr>
        <p:blipFill rotWithShape="1">
          <a:blip r:embed="rId3">
            <a:alphaModFix/>
          </a:blip>
          <a:srcRect t="2508" b="2508"/>
          <a:stretch/>
        </p:blipFill>
        <p:spPr>
          <a:xfrm>
            <a:off x="9954050" y="4524100"/>
            <a:ext cx="8333947" cy="5762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92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ulti-use layout w/ 2-Line Title">
  <p:cSld name="Multi-use layout w/ 2-Line Title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3"/>
          <p:cNvSpPr/>
          <p:nvPr/>
        </p:nvSpPr>
        <p:spPr>
          <a:xfrm>
            <a:off x="914390" y="9692640"/>
            <a:ext cx="270499" cy="257175"/>
          </a:xfrm>
          <a:custGeom>
            <a:avLst/>
            <a:gdLst/>
            <a:ahLst/>
            <a:cxnLst/>
            <a:rect l="l" t="t" r="r" b="b"/>
            <a:pathLst>
              <a:path w="5409981" h="5143500" extrusionOk="0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3"/>
          <p:cNvSpPr/>
          <p:nvPr/>
        </p:nvSpPr>
        <p:spPr>
          <a:xfrm>
            <a:off x="1321302" y="9733832"/>
            <a:ext cx="3362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SzPts val="1200"/>
              <a:buFont typeface="Arial"/>
              <a:buNone/>
            </a:pPr>
            <a:r>
              <a:rPr lang="en-US" sz="1200" b="0" i="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© 202</a:t>
            </a:r>
            <a:r>
              <a:rPr lang="en-US" sz="1200">
                <a:solidFill>
                  <a:srgbClr val="929292"/>
                </a:solidFill>
              </a:rPr>
              <a:t>6</a:t>
            </a:r>
            <a:r>
              <a:rPr lang="en-US" sz="1200" b="0" i="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1200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3"/>
          <p:cNvSpPr txBox="1"/>
          <p:nvPr/>
        </p:nvSpPr>
        <p:spPr>
          <a:xfrm>
            <a:off x="16653751" y="9650985"/>
            <a:ext cx="11334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i="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i="0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3"/>
          <p:cNvSpPr txBox="1">
            <a:spLocks noGrp="1"/>
          </p:cNvSpPr>
          <p:nvPr>
            <p:ph type="title"/>
          </p:nvPr>
        </p:nvSpPr>
        <p:spPr>
          <a:xfrm>
            <a:off x="731520" y="548640"/>
            <a:ext cx="16642200" cy="7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900" tIns="182900" rIns="182900" bIns="182900" anchor="t" anchorCtr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13"/>
          <p:cNvSpPr txBox="1">
            <a:spLocks noGrp="1"/>
          </p:cNvSpPr>
          <p:nvPr>
            <p:ph type="subTitle" idx="1"/>
          </p:nvPr>
        </p:nvSpPr>
        <p:spPr>
          <a:xfrm>
            <a:off x="731520" y="2034889"/>
            <a:ext cx="16689600" cy="7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900" tIns="182900" rIns="182900" bIns="182900" anchor="t" anchorCtr="0">
            <a:noAutofit/>
          </a:bodyPr>
          <a:lstStyle>
            <a:lvl1pPr lv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3600"/>
              <a:buNone/>
              <a:defRPr/>
            </a:lvl1pPr>
            <a:lvl2pPr lvl="1" algn="l">
              <a:lnSpc>
                <a:spcPct val="114000"/>
              </a:lnSpc>
              <a:spcBef>
                <a:spcPts val="2000"/>
              </a:spcBef>
              <a:spcAft>
                <a:spcPts val="0"/>
              </a:spcAft>
              <a:buSzPts val="1800"/>
              <a:buChar char="•"/>
              <a:defRPr/>
            </a:lvl2pPr>
            <a:lvl3pPr lvl="2" algn="l">
              <a:lnSpc>
                <a:spcPct val="114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3pPr>
            <a:lvl4pPr lvl="3" algn="l">
              <a:lnSpc>
                <a:spcPct val="114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4pPr>
            <a:lvl5pPr lvl="4" algn="l">
              <a:lnSpc>
                <a:spcPct val="114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6" name="Google Shape;106;p13"/>
          <p:cNvSpPr/>
          <p:nvPr/>
        </p:nvSpPr>
        <p:spPr>
          <a:xfrm>
            <a:off x="0" y="687610"/>
            <a:ext cx="274200" cy="1525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182900" tIns="182900" rIns="182900" bIns="1829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endParaRPr sz="3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ulti-use layout_image">
  <p:cSld name="Multi-use layout_image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4"/>
          <p:cNvSpPr/>
          <p:nvPr/>
        </p:nvSpPr>
        <p:spPr>
          <a:xfrm>
            <a:off x="914390" y="9692640"/>
            <a:ext cx="270499" cy="257175"/>
          </a:xfrm>
          <a:custGeom>
            <a:avLst/>
            <a:gdLst/>
            <a:ahLst/>
            <a:cxnLst/>
            <a:rect l="l" t="t" r="r" b="b"/>
            <a:pathLst>
              <a:path w="5409981" h="5143500" extrusionOk="0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4"/>
          <p:cNvSpPr/>
          <p:nvPr/>
        </p:nvSpPr>
        <p:spPr>
          <a:xfrm>
            <a:off x="1321302" y="9733832"/>
            <a:ext cx="3362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929292"/>
                </a:solidFill>
              </a:rPr>
              <a:t>© 2026 Snowflake Inc. All Rights Reserved</a:t>
            </a:r>
            <a:endParaRPr sz="1200">
              <a:solidFill>
                <a:srgbClr val="929292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SzPts val="1200"/>
              <a:buFont typeface="Arial"/>
              <a:buNone/>
            </a:pPr>
            <a:endParaRPr sz="1200">
              <a:solidFill>
                <a:srgbClr val="929292"/>
              </a:solidFill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16653751" y="9650985"/>
            <a:ext cx="11334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i="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i="0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4"/>
          <p:cNvSpPr txBox="1">
            <a:spLocks noGrp="1"/>
          </p:cNvSpPr>
          <p:nvPr>
            <p:ph type="body" idx="1"/>
          </p:nvPr>
        </p:nvSpPr>
        <p:spPr>
          <a:xfrm>
            <a:off x="914391" y="2451100"/>
            <a:ext cx="16535400" cy="69594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txBody>
          <a:bodyPr spcFirstLastPara="1" wrap="square" lIns="91450" tIns="45700" rIns="91450" bIns="45700" anchor="t" anchorCtr="0">
            <a:no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3600"/>
              <a:buNone/>
              <a:defRPr/>
            </a:lvl1pPr>
            <a:lvl2pPr marL="914400" lvl="1" indent="-342900" algn="l">
              <a:lnSpc>
                <a:spcPct val="114000"/>
              </a:lnSpc>
              <a:spcBef>
                <a:spcPts val="20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4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14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14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2" name="Google Shape;112;p14"/>
          <p:cNvSpPr txBox="1">
            <a:spLocks noGrp="1"/>
          </p:cNvSpPr>
          <p:nvPr>
            <p:ph type="subTitle" idx="2"/>
          </p:nvPr>
        </p:nvSpPr>
        <p:spPr>
          <a:xfrm>
            <a:off x="731520" y="1311736"/>
            <a:ext cx="16689600" cy="7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900" tIns="182900" rIns="182900" bIns="182900" anchor="t" anchorCtr="0">
            <a:noAutofit/>
          </a:bodyPr>
          <a:lstStyle>
            <a:lvl1pPr lv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3600"/>
              <a:buNone/>
              <a:defRPr>
                <a:solidFill>
                  <a:srgbClr val="5B5B5B"/>
                </a:solidFill>
              </a:defRPr>
            </a:lvl1pPr>
            <a:lvl2pPr lvl="1" algn="l">
              <a:lnSpc>
                <a:spcPct val="114000"/>
              </a:lnSpc>
              <a:spcBef>
                <a:spcPts val="2000"/>
              </a:spcBef>
              <a:spcAft>
                <a:spcPts val="0"/>
              </a:spcAft>
              <a:buClr>
                <a:srgbClr val="5B5B5B"/>
              </a:buClr>
              <a:buSzPts val="3600"/>
              <a:buNone/>
              <a:defRPr>
                <a:solidFill>
                  <a:srgbClr val="5B5B5B"/>
                </a:solidFill>
              </a:defRPr>
            </a:lvl2pPr>
            <a:lvl3pPr lvl="2" algn="l">
              <a:lnSpc>
                <a:spcPct val="114000"/>
              </a:lnSpc>
              <a:spcBef>
                <a:spcPts val="2000"/>
              </a:spcBef>
              <a:spcAft>
                <a:spcPts val="0"/>
              </a:spcAft>
              <a:buClr>
                <a:srgbClr val="5B5B5B"/>
              </a:buClr>
              <a:buSzPts val="2800"/>
              <a:buNone/>
              <a:defRPr>
                <a:solidFill>
                  <a:srgbClr val="5B5B5B"/>
                </a:solidFill>
              </a:defRPr>
            </a:lvl3pPr>
            <a:lvl4pPr lvl="3" algn="l">
              <a:lnSpc>
                <a:spcPct val="114000"/>
              </a:lnSpc>
              <a:spcBef>
                <a:spcPts val="2000"/>
              </a:spcBef>
              <a:spcAft>
                <a:spcPts val="0"/>
              </a:spcAft>
              <a:buClr>
                <a:srgbClr val="5B5B5B"/>
              </a:buClr>
              <a:buSzPts val="2800"/>
              <a:buNone/>
              <a:defRPr>
                <a:solidFill>
                  <a:srgbClr val="5B5B5B"/>
                </a:solidFill>
              </a:defRPr>
            </a:lvl4pPr>
            <a:lvl5pPr lvl="4" algn="l">
              <a:lnSpc>
                <a:spcPct val="114000"/>
              </a:lnSpc>
              <a:spcBef>
                <a:spcPts val="2000"/>
              </a:spcBef>
              <a:spcAft>
                <a:spcPts val="0"/>
              </a:spcAft>
              <a:buClr>
                <a:srgbClr val="5B5B5B"/>
              </a:buClr>
              <a:buSzPts val="2800"/>
              <a:buNone/>
              <a:defRPr>
                <a:solidFill>
                  <a:srgbClr val="5B5B5B"/>
                </a:solidFill>
              </a:defRPr>
            </a:lvl5pPr>
            <a:lvl6pPr lvl="5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5B5B5B"/>
              </a:buClr>
              <a:buSzPts val="2800"/>
              <a:buNone/>
              <a:defRPr>
                <a:solidFill>
                  <a:srgbClr val="5B5B5B"/>
                </a:solidFill>
              </a:defRPr>
            </a:lvl6pPr>
            <a:lvl7pPr lvl="6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5B5B5B"/>
              </a:buClr>
              <a:buSzPts val="2800"/>
              <a:buNone/>
              <a:defRPr>
                <a:solidFill>
                  <a:srgbClr val="5B5B5B"/>
                </a:solidFill>
              </a:defRPr>
            </a:lvl7pPr>
            <a:lvl8pPr lvl="7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5B5B5B"/>
              </a:buClr>
              <a:buSzPts val="2800"/>
              <a:buNone/>
              <a:defRPr>
                <a:solidFill>
                  <a:srgbClr val="5B5B5B"/>
                </a:solidFill>
              </a:defRPr>
            </a:lvl8pPr>
            <a:lvl9pPr lvl="8" algn="l">
              <a:lnSpc>
                <a:spcPct val="90000"/>
              </a:lnSpc>
              <a:spcBef>
                <a:spcPts val="2000"/>
              </a:spcBef>
              <a:spcAft>
                <a:spcPts val="2000"/>
              </a:spcAft>
              <a:buClr>
                <a:srgbClr val="5B5B5B"/>
              </a:buClr>
              <a:buSzPts val="2800"/>
              <a:buNone/>
              <a:defRPr>
                <a:solidFill>
                  <a:srgbClr val="5B5B5B"/>
                </a:solidFill>
              </a:defRPr>
            </a:lvl9pPr>
          </a:lstStyle>
          <a:p>
            <a:endParaRPr/>
          </a:p>
        </p:txBody>
      </p:sp>
      <p:sp>
        <p:nvSpPr>
          <p:cNvPr id="113" name="Google Shape;113;p14"/>
          <p:cNvSpPr txBox="1">
            <a:spLocks noGrp="1"/>
          </p:cNvSpPr>
          <p:nvPr>
            <p:ph type="title"/>
          </p:nvPr>
        </p:nvSpPr>
        <p:spPr>
          <a:xfrm>
            <a:off x="731525" y="549126"/>
            <a:ext cx="16689600" cy="7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900" tIns="182900" rIns="182900" bIns="182900" anchor="t" anchorCtr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/>
            </a:lvl1pPr>
            <a:lvl2pPr lvl="1">
              <a:lnSpc>
                <a:spcPct val="85000"/>
              </a:lnSpc>
              <a:spcBef>
                <a:spcPts val="200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lnSpc>
                <a:spcPct val="85000"/>
              </a:lnSpc>
              <a:spcBef>
                <a:spcPts val="200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lnSpc>
                <a:spcPct val="85000"/>
              </a:lnSpc>
              <a:spcBef>
                <a:spcPts val="200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lnSpc>
                <a:spcPct val="85000"/>
              </a:lnSpc>
              <a:spcBef>
                <a:spcPts val="200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lnSpc>
                <a:spcPct val="85000"/>
              </a:lnSpc>
              <a:spcBef>
                <a:spcPts val="200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lnSpc>
                <a:spcPct val="85000"/>
              </a:lnSpc>
              <a:spcBef>
                <a:spcPts val="200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lnSpc>
                <a:spcPct val="85000"/>
              </a:lnSpc>
              <a:spcBef>
                <a:spcPts val="200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lnSpc>
                <a:spcPct val="85000"/>
              </a:lnSpc>
              <a:spcBef>
                <a:spcPts val="2000"/>
              </a:spcBef>
              <a:spcAft>
                <a:spcPts val="200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14"/>
          <p:cNvSpPr/>
          <p:nvPr/>
        </p:nvSpPr>
        <p:spPr>
          <a:xfrm>
            <a:off x="0" y="687611"/>
            <a:ext cx="274200" cy="73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182900" tIns="182900" rIns="182900" bIns="1829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endParaRPr sz="3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Layout_image">
  <p:cSld name="One Column Layout_image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6"/>
          <p:cNvSpPr/>
          <p:nvPr/>
        </p:nvSpPr>
        <p:spPr>
          <a:xfrm>
            <a:off x="914390" y="9692640"/>
            <a:ext cx="270499" cy="257175"/>
          </a:xfrm>
          <a:custGeom>
            <a:avLst/>
            <a:gdLst/>
            <a:ahLst/>
            <a:cxnLst/>
            <a:rect l="l" t="t" r="r" b="b"/>
            <a:pathLst>
              <a:path w="5409981" h="5143500" extrusionOk="0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16"/>
          <p:cNvSpPr/>
          <p:nvPr/>
        </p:nvSpPr>
        <p:spPr>
          <a:xfrm>
            <a:off x="1321302" y="9733832"/>
            <a:ext cx="3362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929292"/>
                </a:solidFill>
              </a:rPr>
              <a:t>© 2026 Snowflake Inc. All Rights Reserved</a:t>
            </a:r>
            <a:endParaRPr sz="1200">
              <a:solidFill>
                <a:srgbClr val="929292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SzPts val="1200"/>
              <a:buFont typeface="Arial"/>
              <a:buNone/>
            </a:pPr>
            <a:endParaRPr sz="1200">
              <a:solidFill>
                <a:srgbClr val="929292"/>
              </a:solidFill>
            </a:endParaRPr>
          </a:p>
        </p:txBody>
      </p:sp>
      <p:sp>
        <p:nvSpPr>
          <p:cNvPr id="126" name="Google Shape;126;p16"/>
          <p:cNvSpPr txBox="1"/>
          <p:nvPr/>
        </p:nvSpPr>
        <p:spPr>
          <a:xfrm>
            <a:off x="16653751" y="9650985"/>
            <a:ext cx="11334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i="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i="0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16"/>
          <p:cNvSpPr txBox="1">
            <a:spLocks noGrp="1"/>
          </p:cNvSpPr>
          <p:nvPr>
            <p:ph type="body" idx="1"/>
          </p:nvPr>
        </p:nvSpPr>
        <p:spPr>
          <a:xfrm>
            <a:off x="9372600" y="2834596"/>
            <a:ext cx="8077200" cy="65760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txBody>
          <a:bodyPr spcFirstLastPara="1" wrap="square" lIns="91450" tIns="45700" rIns="91450" bIns="45700" anchor="t" anchorCtr="0">
            <a:no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3600"/>
              <a:buNone/>
              <a:defRPr/>
            </a:lvl1pPr>
            <a:lvl2pPr marL="914400" lvl="1" indent="-342900" algn="l">
              <a:lnSpc>
                <a:spcPct val="114000"/>
              </a:lnSpc>
              <a:spcBef>
                <a:spcPts val="20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4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14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14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8" name="Google Shape;128;p16"/>
          <p:cNvSpPr txBox="1">
            <a:spLocks noGrp="1"/>
          </p:cNvSpPr>
          <p:nvPr>
            <p:ph type="body" idx="2"/>
          </p:nvPr>
        </p:nvSpPr>
        <p:spPr>
          <a:xfrm>
            <a:off x="709118" y="2835276"/>
            <a:ext cx="8001000" cy="65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900" tIns="45700" rIns="91450" bIns="45700" anchor="t" anchorCtr="0">
            <a:no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3600"/>
              <a:buNone/>
              <a:defRPr/>
            </a:lvl1pPr>
            <a:lvl2pPr marL="914400" lvl="1" indent="-342900" algn="l">
              <a:lnSpc>
                <a:spcPct val="114000"/>
              </a:lnSpc>
              <a:spcBef>
                <a:spcPts val="20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4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14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14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9" name="Google Shape;129;p16"/>
          <p:cNvSpPr txBox="1">
            <a:spLocks noGrp="1"/>
          </p:cNvSpPr>
          <p:nvPr>
            <p:ph type="title"/>
          </p:nvPr>
        </p:nvSpPr>
        <p:spPr>
          <a:xfrm>
            <a:off x="731520" y="548640"/>
            <a:ext cx="16642200" cy="7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900" tIns="182900" rIns="182900" bIns="182900" anchor="t" anchorCtr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16"/>
          <p:cNvSpPr txBox="1">
            <a:spLocks noGrp="1"/>
          </p:cNvSpPr>
          <p:nvPr>
            <p:ph type="subTitle" idx="3"/>
          </p:nvPr>
        </p:nvSpPr>
        <p:spPr>
          <a:xfrm>
            <a:off x="731520" y="1311736"/>
            <a:ext cx="16689600" cy="7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900" tIns="182900" rIns="182900" bIns="182900" anchor="t" anchorCtr="0">
            <a:noAutofit/>
          </a:bodyPr>
          <a:lstStyle>
            <a:lvl1pPr lv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3600"/>
              <a:buNone/>
              <a:defRPr>
                <a:solidFill>
                  <a:srgbClr val="5B5B5B"/>
                </a:solidFill>
              </a:defRPr>
            </a:lvl1pPr>
            <a:lvl2pPr lvl="1" algn="l">
              <a:lnSpc>
                <a:spcPct val="114000"/>
              </a:lnSpc>
              <a:spcBef>
                <a:spcPts val="2000"/>
              </a:spcBef>
              <a:spcAft>
                <a:spcPts val="0"/>
              </a:spcAft>
              <a:buClr>
                <a:srgbClr val="5B5B5B"/>
              </a:buClr>
              <a:buSzPts val="3600"/>
              <a:buNone/>
              <a:defRPr>
                <a:solidFill>
                  <a:srgbClr val="5B5B5B"/>
                </a:solidFill>
              </a:defRPr>
            </a:lvl2pPr>
            <a:lvl3pPr lvl="2" algn="l">
              <a:lnSpc>
                <a:spcPct val="114000"/>
              </a:lnSpc>
              <a:spcBef>
                <a:spcPts val="2000"/>
              </a:spcBef>
              <a:spcAft>
                <a:spcPts val="0"/>
              </a:spcAft>
              <a:buClr>
                <a:srgbClr val="5B5B5B"/>
              </a:buClr>
              <a:buSzPts val="2800"/>
              <a:buNone/>
              <a:defRPr>
                <a:solidFill>
                  <a:srgbClr val="5B5B5B"/>
                </a:solidFill>
              </a:defRPr>
            </a:lvl3pPr>
            <a:lvl4pPr lvl="3" algn="l">
              <a:lnSpc>
                <a:spcPct val="114000"/>
              </a:lnSpc>
              <a:spcBef>
                <a:spcPts val="2000"/>
              </a:spcBef>
              <a:spcAft>
                <a:spcPts val="0"/>
              </a:spcAft>
              <a:buClr>
                <a:srgbClr val="5B5B5B"/>
              </a:buClr>
              <a:buSzPts val="2800"/>
              <a:buNone/>
              <a:defRPr>
                <a:solidFill>
                  <a:srgbClr val="5B5B5B"/>
                </a:solidFill>
              </a:defRPr>
            </a:lvl4pPr>
            <a:lvl5pPr lvl="4" algn="l">
              <a:lnSpc>
                <a:spcPct val="114000"/>
              </a:lnSpc>
              <a:spcBef>
                <a:spcPts val="2000"/>
              </a:spcBef>
              <a:spcAft>
                <a:spcPts val="0"/>
              </a:spcAft>
              <a:buClr>
                <a:srgbClr val="5B5B5B"/>
              </a:buClr>
              <a:buSzPts val="2800"/>
              <a:buNone/>
              <a:defRPr>
                <a:solidFill>
                  <a:srgbClr val="5B5B5B"/>
                </a:solidFill>
              </a:defRPr>
            </a:lvl5pPr>
            <a:lvl6pPr lvl="5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5B5B5B"/>
              </a:buClr>
              <a:buSzPts val="2800"/>
              <a:buNone/>
              <a:defRPr>
                <a:solidFill>
                  <a:srgbClr val="5B5B5B"/>
                </a:solidFill>
              </a:defRPr>
            </a:lvl6pPr>
            <a:lvl7pPr lvl="6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5B5B5B"/>
              </a:buClr>
              <a:buSzPts val="2800"/>
              <a:buNone/>
              <a:defRPr>
                <a:solidFill>
                  <a:srgbClr val="5B5B5B"/>
                </a:solidFill>
              </a:defRPr>
            </a:lvl7pPr>
            <a:lvl8pPr lvl="7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5B5B5B"/>
              </a:buClr>
              <a:buSzPts val="2800"/>
              <a:buNone/>
              <a:defRPr>
                <a:solidFill>
                  <a:srgbClr val="5B5B5B"/>
                </a:solidFill>
              </a:defRPr>
            </a:lvl8pPr>
            <a:lvl9pPr lvl="8" algn="l">
              <a:lnSpc>
                <a:spcPct val="90000"/>
              </a:lnSpc>
              <a:spcBef>
                <a:spcPts val="2000"/>
              </a:spcBef>
              <a:spcAft>
                <a:spcPts val="2000"/>
              </a:spcAft>
              <a:buClr>
                <a:srgbClr val="5B5B5B"/>
              </a:buClr>
              <a:buSzPts val="2800"/>
              <a:buNone/>
              <a:defRPr>
                <a:solidFill>
                  <a:srgbClr val="5B5B5B"/>
                </a:solidFill>
              </a:defRPr>
            </a:lvl9pPr>
          </a:lstStyle>
          <a:p>
            <a:endParaRPr/>
          </a:p>
        </p:txBody>
      </p:sp>
      <p:sp>
        <p:nvSpPr>
          <p:cNvPr id="131" name="Google Shape;131;p16"/>
          <p:cNvSpPr/>
          <p:nvPr/>
        </p:nvSpPr>
        <p:spPr>
          <a:xfrm>
            <a:off x="0" y="687611"/>
            <a:ext cx="274200" cy="73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182900" tIns="182900" rIns="182900" bIns="1829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endParaRPr sz="3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lumn Layout w/ Titles">
  <p:cSld name="Two Column Layout w/ Titles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8"/>
          <p:cNvSpPr/>
          <p:nvPr/>
        </p:nvSpPr>
        <p:spPr>
          <a:xfrm>
            <a:off x="914390" y="9692640"/>
            <a:ext cx="270499" cy="257175"/>
          </a:xfrm>
          <a:custGeom>
            <a:avLst/>
            <a:gdLst/>
            <a:ahLst/>
            <a:cxnLst/>
            <a:rect l="l" t="t" r="r" b="b"/>
            <a:pathLst>
              <a:path w="5409981" h="5143500" extrusionOk="0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18"/>
          <p:cNvSpPr/>
          <p:nvPr/>
        </p:nvSpPr>
        <p:spPr>
          <a:xfrm>
            <a:off x="1321302" y="9733832"/>
            <a:ext cx="3362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929292"/>
                </a:solidFill>
              </a:rPr>
              <a:t>© 2026 Snowflake Inc. All Rights Reserved</a:t>
            </a:r>
            <a:endParaRPr sz="1200">
              <a:solidFill>
                <a:srgbClr val="929292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SzPts val="1200"/>
              <a:buFont typeface="Arial"/>
              <a:buNone/>
            </a:pPr>
            <a:endParaRPr sz="1200">
              <a:solidFill>
                <a:srgbClr val="929292"/>
              </a:solidFill>
            </a:endParaRPr>
          </a:p>
        </p:txBody>
      </p:sp>
      <p:sp>
        <p:nvSpPr>
          <p:cNvPr id="144" name="Google Shape;144;p18"/>
          <p:cNvSpPr txBox="1"/>
          <p:nvPr/>
        </p:nvSpPr>
        <p:spPr>
          <a:xfrm>
            <a:off x="16653751" y="9650985"/>
            <a:ext cx="11334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i="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i="0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18"/>
          <p:cNvSpPr txBox="1">
            <a:spLocks noGrp="1"/>
          </p:cNvSpPr>
          <p:nvPr>
            <p:ph type="body" idx="1"/>
          </p:nvPr>
        </p:nvSpPr>
        <p:spPr>
          <a:xfrm>
            <a:off x="709116" y="2692714"/>
            <a:ext cx="8029800" cy="77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900" tIns="45700" rIns="91450" bIns="0" anchor="b" anchorCtr="0">
            <a:no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 b="1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114000"/>
              </a:lnSpc>
              <a:spcBef>
                <a:spcPts val="20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4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14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14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6" name="Google Shape;146;p18"/>
          <p:cNvSpPr txBox="1">
            <a:spLocks noGrp="1"/>
          </p:cNvSpPr>
          <p:nvPr>
            <p:ph type="body" idx="2"/>
          </p:nvPr>
        </p:nvSpPr>
        <p:spPr>
          <a:xfrm>
            <a:off x="9380277" y="2692714"/>
            <a:ext cx="8069400" cy="77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900" tIns="45700" rIns="91450" bIns="0" anchor="b" anchorCtr="0">
            <a:no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 b="1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114000"/>
              </a:lnSpc>
              <a:spcBef>
                <a:spcPts val="20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4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14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14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7" name="Google Shape;147;p18"/>
          <p:cNvSpPr txBox="1">
            <a:spLocks noGrp="1"/>
          </p:cNvSpPr>
          <p:nvPr>
            <p:ph type="body" idx="3"/>
          </p:nvPr>
        </p:nvSpPr>
        <p:spPr>
          <a:xfrm>
            <a:off x="709116" y="3483461"/>
            <a:ext cx="8001000" cy="592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900" tIns="45700" rIns="91450" bIns="45700" anchor="t" anchorCtr="0">
            <a:no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3600"/>
              <a:buNone/>
              <a:defRPr/>
            </a:lvl1pPr>
            <a:lvl2pPr marL="914400" lvl="1" indent="-457200" algn="l">
              <a:lnSpc>
                <a:spcPct val="114000"/>
              </a:lnSpc>
              <a:spcBef>
                <a:spcPts val="2000"/>
              </a:spcBef>
              <a:spcAft>
                <a:spcPts val="0"/>
              </a:spcAft>
              <a:buSzPts val="3600"/>
              <a:buChar char="•"/>
              <a:defRPr/>
            </a:lvl2pPr>
            <a:lvl3pPr marL="1371600" lvl="2" indent="-419100" algn="l">
              <a:lnSpc>
                <a:spcPct val="114000"/>
              </a:lnSpc>
              <a:spcBef>
                <a:spcPts val="1200"/>
              </a:spcBef>
              <a:spcAft>
                <a:spcPts val="0"/>
              </a:spcAft>
              <a:buSzPts val="3000"/>
              <a:buChar char="•"/>
              <a:defRPr/>
            </a:lvl3pPr>
            <a:lvl4pPr marL="1828800" lvl="3" indent="-406400" algn="l">
              <a:lnSpc>
                <a:spcPct val="114000"/>
              </a:lnSpc>
              <a:spcBef>
                <a:spcPts val="1200"/>
              </a:spcBef>
              <a:spcAft>
                <a:spcPts val="0"/>
              </a:spcAft>
              <a:buSzPts val="2800"/>
              <a:buChar char="•"/>
              <a:defRPr/>
            </a:lvl4pPr>
            <a:lvl5pPr marL="2286000" lvl="4" indent="-406400" algn="l">
              <a:lnSpc>
                <a:spcPct val="114000"/>
              </a:lnSpc>
              <a:spcBef>
                <a:spcPts val="1200"/>
              </a:spcBef>
              <a:spcAft>
                <a:spcPts val="0"/>
              </a:spcAft>
              <a:buSzPts val="2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8" name="Google Shape;148;p18"/>
          <p:cNvSpPr txBox="1">
            <a:spLocks noGrp="1"/>
          </p:cNvSpPr>
          <p:nvPr>
            <p:ph type="body" idx="4"/>
          </p:nvPr>
        </p:nvSpPr>
        <p:spPr>
          <a:xfrm>
            <a:off x="9372601" y="3482781"/>
            <a:ext cx="8077200" cy="592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900" tIns="45700" rIns="91450" bIns="45700" anchor="t" anchorCtr="0">
            <a:no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3600"/>
              <a:buNone/>
              <a:defRPr/>
            </a:lvl1pPr>
            <a:lvl2pPr marL="914400" lvl="1" indent="-457200" algn="l">
              <a:lnSpc>
                <a:spcPct val="114000"/>
              </a:lnSpc>
              <a:spcBef>
                <a:spcPts val="2000"/>
              </a:spcBef>
              <a:spcAft>
                <a:spcPts val="0"/>
              </a:spcAft>
              <a:buSzPts val="3600"/>
              <a:buChar char="•"/>
              <a:defRPr/>
            </a:lvl2pPr>
            <a:lvl3pPr marL="1371600" lvl="2" indent="-419100" algn="l">
              <a:lnSpc>
                <a:spcPct val="114000"/>
              </a:lnSpc>
              <a:spcBef>
                <a:spcPts val="1200"/>
              </a:spcBef>
              <a:spcAft>
                <a:spcPts val="0"/>
              </a:spcAft>
              <a:buSzPts val="3000"/>
              <a:buChar char="•"/>
              <a:defRPr/>
            </a:lvl3pPr>
            <a:lvl4pPr marL="1828800" lvl="3" indent="-406400" algn="l">
              <a:lnSpc>
                <a:spcPct val="114000"/>
              </a:lnSpc>
              <a:spcBef>
                <a:spcPts val="1200"/>
              </a:spcBef>
              <a:spcAft>
                <a:spcPts val="0"/>
              </a:spcAft>
              <a:buSzPts val="2800"/>
              <a:buChar char="•"/>
              <a:defRPr/>
            </a:lvl4pPr>
            <a:lvl5pPr marL="2286000" lvl="4" indent="-406400" algn="l">
              <a:lnSpc>
                <a:spcPct val="114000"/>
              </a:lnSpc>
              <a:spcBef>
                <a:spcPts val="1200"/>
              </a:spcBef>
              <a:spcAft>
                <a:spcPts val="0"/>
              </a:spcAft>
              <a:buSzPts val="2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9" name="Google Shape;149;p18"/>
          <p:cNvSpPr txBox="1">
            <a:spLocks noGrp="1"/>
          </p:cNvSpPr>
          <p:nvPr>
            <p:ph type="title"/>
          </p:nvPr>
        </p:nvSpPr>
        <p:spPr>
          <a:xfrm>
            <a:off x="731520" y="548640"/>
            <a:ext cx="16642200" cy="7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900" tIns="182900" rIns="182900" bIns="182900" anchor="t" anchorCtr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0" name="Google Shape;150;p18"/>
          <p:cNvSpPr txBox="1">
            <a:spLocks noGrp="1"/>
          </p:cNvSpPr>
          <p:nvPr>
            <p:ph type="subTitle" idx="5"/>
          </p:nvPr>
        </p:nvSpPr>
        <p:spPr>
          <a:xfrm>
            <a:off x="731520" y="1311736"/>
            <a:ext cx="16689600" cy="7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900" tIns="182900" rIns="182900" bIns="182900" anchor="t" anchorCtr="0">
            <a:noAutofit/>
          </a:bodyPr>
          <a:lstStyle>
            <a:lvl1pPr lv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3600"/>
              <a:buNone/>
              <a:defRPr>
                <a:solidFill>
                  <a:srgbClr val="5B5B5B"/>
                </a:solidFill>
              </a:defRPr>
            </a:lvl1pPr>
            <a:lvl2pPr lvl="1" algn="l">
              <a:lnSpc>
                <a:spcPct val="114000"/>
              </a:lnSpc>
              <a:spcBef>
                <a:spcPts val="2000"/>
              </a:spcBef>
              <a:spcAft>
                <a:spcPts val="0"/>
              </a:spcAft>
              <a:buClr>
                <a:srgbClr val="5B5B5B"/>
              </a:buClr>
              <a:buSzPts val="3600"/>
              <a:buNone/>
              <a:defRPr>
                <a:solidFill>
                  <a:srgbClr val="5B5B5B"/>
                </a:solidFill>
              </a:defRPr>
            </a:lvl2pPr>
            <a:lvl3pPr lvl="2" algn="l">
              <a:lnSpc>
                <a:spcPct val="114000"/>
              </a:lnSpc>
              <a:spcBef>
                <a:spcPts val="2000"/>
              </a:spcBef>
              <a:spcAft>
                <a:spcPts val="0"/>
              </a:spcAft>
              <a:buClr>
                <a:srgbClr val="5B5B5B"/>
              </a:buClr>
              <a:buSzPts val="2800"/>
              <a:buNone/>
              <a:defRPr>
                <a:solidFill>
                  <a:srgbClr val="5B5B5B"/>
                </a:solidFill>
              </a:defRPr>
            </a:lvl3pPr>
            <a:lvl4pPr lvl="3" algn="l">
              <a:lnSpc>
                <a:spcPct val="114000"/>
              </a:lnSpc>
              <a:spcBef>
                <a:spcPts val="2000"/>
              </a:spcBef>
              <a:spcAft>
                <a:spcPts val="0"/>
              </a:spcAft>
              <a:buClr>
                <a:srgbClr val="5B5B5B"/>
              </a:buClr>
              <a:buSzPts val="2800"/>
              <a:buNone/>
              <a:defRPr>
                <a:solidFill>
                  <a:srgbClr val="5B5B5B"/>
                </a:solidFill>
              </a:defRPr>
            </a:lvl4pPr>
            <a:lvl5pPr lvl="4" algn="l">
              <a:lnSpc>
                <a:spcPct val="114000"/>
              </a:lnSpc>
              <a:spcBef>
                <a:spcPts val="2000"/>
              </a:spcBef>
              <a:spcAft>
                <a:spcPts val="0"/>
              </a:spcAft>
              <a:buClr>
                <a:srgbClr val="5B5B5B"/>
              </a:buClr>
              <a:buSzPts val="2800"/>
              <a:buNone/>
              <a:defRPr>
                <a:solidFill>
                  <a:srgbClr val="5B5B5B"/>
                </a:solidFill>
              </a:defRPr>
            </a:lvl5pPr>
            <a:lvl6pPr lvl="5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5B5B5B"/>
              </a:buClr>
              <a:buSzPts val="2800"/>
              <a:buNone/>
              <a:defRPr>
                <a:solidFill>
                  <a:srgbClr val="5B5B5B"/>
                </a:solidFill>
              </a:defRPr>
            </a:lvl6pPr>
            <a:lvl7pPr lvl="6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5B5B5B"/>
              </a:buClr>
              <a:buSzPts val="2800"/>
              <a:buNone/>
              <a:defRPr>
                <a:solidFill>
                  <a:srgbClr val="5B5B5B"/>
                </a:solidFill>
              </a:defRPr>
            </a:lvl7pPr>
            <a:lvl8pPr lvl="7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5B5B5B"/>
              </a:buClr>
              <a:buSzPts val="2800"/>
              <a:buNone/>
              <a:defRPr>
                <a:solidFill>
                  <a:srgbClr val="5B5B5B"/>
                </a:solidFill>
              </a:defRPr>
            </a:lvl8pPr>
            <a:lvl9pPr lvl="8" algn="l">
              <a:lnSpc>
                <a:spcPct val="90000"/>
              </a:lnSpc>
              <a:spcBef>
                <a:spcPts val="2000"/>
              </a:spcBef>
              <a:spcAft>
                <a:spcPts val="2000"/>
              </a:spcAft>
              <a:buClr>
                <a:srgbClr val="5B5B5B"/>
              </a:buClr>
              <a:buSzPts val="2800"/>
              <a:buNone/>
              <a:defRPr>
                <a:solidFill>
                  <a:srgbClr val="5B5B5B"/>
                </a:solidFill>
              </a:defRPr>
            </a:lvl9pPr>
          </a:lstStyle>
          <a:p>
            <a:endParaRPr/>
          </a:p>
        </p:txBody>
      </p:sp>
      <p:sp>
        <p:nvSpPr>
          <p:cNvPr id="151" name="Google Shape;151;p18"/>
          <p:cNvSpPr/>
          <p:nvPr/>
        </p:nvSpPr>
        <p:spPr>
          <a:xfrm>
            <a:off x="0" y="687611"/>
            <a:ext cx="274200" cy="73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182900" tIns="182900" rIns="182900" bIns="1829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endParaRPr sz="3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lumn Layout">
  <p:cSld name="Three Column Layout"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9"/>
          <p:cNvSpPr/>
          <p:nvPr/>
        </p:nvSpPr>
        <p:spPr>
          <a:xfrm>
            <a:off x="914390" y="9692640"/>
            <a:ext cx="270499" cy="257175"/>
          </a:xfrm>
          <a:custGeom>
            <a:avLst/>
            <a:gdLst/>
            <a:ahLst/>
            <a:cxnLst/>
            <a:rect l="l" t="t" r="r" b="b"/>
            <a:pathLst>
              <a:path w="5409981" h="5143500" extrusionOk="0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19"/>
          <p:cNvSpPr/>
          <p:nvPr/>
        </p:nvSpPr>
        <p:spPr>
          <a:xfrm>
            <a:off x="1321302" y="9733832"/>
            <a:ext cx="3362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929292"/>
                </a:solidFill>
              </a:rPr>
              <a:t>© 2026 Snowflake Inc. All Rights Reserved</a:t>
            </a:r>
            <a:endParaRPr sz="1200">
              <a:solidFill>
                <a:srgbClr val="929292"/>
              </a:solidFill>
            </a:endParaRPr>
          </a:p>
        </p:txBody>
      </p:sp>
      <p:sp>
        <p:nvSpPr>
          <p:cNvPr id="155" name="Google Shape;155;p19"/>
          <p:cNvSpPr txBox="1"/>
          <p:nvPr/>
        </p:nvSpPr>
        <p:spPr>
          <a:xfrm>
            <a:off x="16653751" y="9650985"/>
            <a:ext cx="11334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i="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i="0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19"/>
          <p:cNvSpPr txBox="1">
            <a:spLocks noGrp="1"/>
          </p:cNvSpPr>
          <p:nvPr>
            <p:ph type="body" idx="1"/>
          </p:nvPr>
        </p:nvSpPr>
        <p:spPr>
          <a:xfrm>
            <a:off x="709116" y="2832714"/>
            <a:ext cx="5158200" cy="65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900" tIns="45700" rIns="91450" bIns="45700" anchor="t" anchorCtr="0">
            <a:no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3600"/>
              <a:buNone/>
              <a:defRPr/>
            </a:lvl1pPr>
            <a:lvl2pPr marL="914400" lvl="1" indent="-457200" algn="l">
              <a:lnSpc>
                <a:spcPct val="114000"/>
              </a:lnSpc>
              <a:spcBef>
                <a:spcPts val="2000"/>
              </a:spcBef>
              <a:spcAft>
                <a:spcPts val="0"/>
              </a:spcAft>
              <a:buSzPts val="3600"/>
              <a:buChar char="•"/>
              <a:defRPr/>
            </a:lvl2pPr>
            <a:lvl3pPr marL="1371600" lvl="2" indent="-419100" algn="l">
              <a:lnSpc>
                <a:spcPct val="114000"/>
              </a:lnSpc>
              <a:spcBef>
                <a:spcPts val="1200"/>
              </a:spcBef>
              <a:spcAft>
                <a:spcPts val="0"/>
              </a:spcAft>
              <a:buSzPts val="3000"/>
              <a:buChar char="•"/>
              <a:defRPr/>
            </a:lvl3pPr>
            <a:lvl4pPr marL="1828800" lvl="3" indent="-406400" algn="l">
              <a:lnSpc>
                <a:spcPct val="114000"/>
              </a:lnSpc>
              <a:spcBef>
                <a:spcPts val="1200"/>
              </a:spcBef>
              <a:spcAft>
                <a:spcPts val="0"/>
              </a:spcAft>
              <a:buSzPts val="2800"/>
              <a:buChar char="•"/>
              <a:defRPr/>
            </a:lvl4pPr>
            <a:lvl5pPr marL="2286000" lvl="4" indent="-406400" algn="l">
              <a:lnSpc>
                <a:spcPct val="114000"/>
              </a:lnSpc>
              <a:spcBef>
                <a:spcPts val="1200"/>
              </a:spcBef>
              <a:spcAft>
                <a:spcPts val="0"/>
              </a:spcAft>
              <a:buSzPts val="2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7" name="Google Shape;157;p19"/>
          <p:cNvSpPr txBox="1">
            <a:spLocks noGrp="1"/>
          </p:cNvSpPr>
          <p:nvPr>
            <p:ph type="body" idx="2"/>
          </p:nvPr>
        </p:nvSpPr>
        <p:spPr>
          <a:xfrm>
            <a:off x="6359214" y="2832714"/>
            <a:ext cx="5364000" cy="65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900" tIns="45700" rIns="91450" bIns="45700" anchor="t" anchorCtr="0">
            <a:no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3600"/>
              <a:buNone/>
              <a:defRPr/>
            </a:lvl1pPr>
            <a:lvl2pPr marL="914400" lvl="1" indent="-457200" algn="l">
              <a:lnSpc>
                <a:spcPct val="114000"/>
              </a:lnSpc>
              <a:spcBef>
                <a:spcPts val="2000"/>
              </a:spcBef>
              <a:spcAft>
                <a:spcPts val="0"/>
              </a:spcAft>
              <a:buSzPts val="3600"/>
              <a:buChar char="•"/>
              <a:defRPr/>
            </a:lvl2pPr>
            <a:lvl3pPr marL="1371600" lvl="2" indent="-419100" algn="l">
              <a:lnSpc>
                <a:spcPct val="114000"/>
              </a:lnSpc>
              <a:spcBef>
                <a:spcPts val="1200"/>
              </a:spcBef>
              <a:spcAft>
                <a:spcPts val="0"/>
              </a:spcAft>
              <a:buSzPts val="3000"/>
              <a:buChar char="•"/>
              <a:defRPr/>
            </a:lvl3pPr>
            <a:lvl4pPr marL="1828800" lvl="3" indent="-406400" algn="l">
              <a:lnSpc>
                <a:spcPct val="114000"/>
              </a:lnSpc>
              <a:spcBef>
                <a:spcPts val="1200"/>
              </a:spcBef>
              <a:spcAft>
                <a:spcPts val="0"/>
              </a:spcAft>
              <a:buSzPts val="2800"/>
              <a:buChar char="•"/>
              <a:defRPr/>
            </a:lvl4pPr>
            <a:lvl5pPr marL="2286000" lvl="4" indent="-406400" algn="l">
              <a:lnSpc>
                <a:spcPct val="114000"/>
              </a:lnSpc>
              <a:spcBef>
                <a:spcPts val="1200"/>
              </a:spcBef>
              <a:spcAft>
                <a:spcPts val="0"/>
              </a:spcAft>
              <a:buSzPts val="2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8" name="Google Shape;158;p19"/>
          <p:cNvSpPr txBox="1">
            <a:spLocks noGrp="1"/>
          </p:cNvSpPr>
          <p:nvPr>
            <p:ph type="body" idx="3"/>
          </p:nvPr>
        </p:nvSpPr>
        <p:spPr>
          <a:xfrm>
            <a:off x="12215685" y="2832034"/>
            <a:ext cx="5234400" cy="65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900" tIns="45700" rIns="91450" bIns="45700" anchor="t" anchorCtr="0">
            <a:no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3600"/>
              <a:buNone/>
              <a:defRPr/>
            </a:lvl1pPr>
            <a:lvl2pPr marL="914400" lvl="1" indent="-457200" algn="l">
              <a:lnSpc>
                <a:spcPct val="114000"/>
              </a:lnSpc>
              <a:spcBef>
                <a:spcPts val="2000"/>
              </a:spcBef>
              <a:spcAft>
                <a:spcPts val="0"/>
              </a:spcAft>
              <a:buSzPts val="3600"/>
              <a:buChar char="•"/>
              <a:defRPr/>
            </a:lvl2pPr>
            <a:lvl3pPr marL="1371600" lvl="2" indent="-419100" algn="l">
              <a:lnSpc>
                <a:spcPct val="114000"/>
              </a:lnSpc>
              <a:spcBef>
                <a:spcPts val="1200"/>
              </a:spcBef>
              <a:spcAft>
                <a:spcPts val="0"/>
              </a:spcAft>
              <a:buSzPts val="3000"/>
              <a:buChar char="•"/>
              <a:defRPr/>
            </a:lvl3pPr>
            <a:lvl4pPr marL="1828800" lvl="3" indent="-406400" algn="l">
              <a:lnSpc>
                <a:spcPct val="114000"/>
              </a:lnSpc>
              <a:spcBef>
                <a:spcPts val="1200"/>
              </a:spcBef>
              <a:spcAft>
                <a:spcPts val="0"/>
              </a:spcAft>
              <a:buSzPts val="2800"/>
              <a:buChar char="•"/>
              <a:defRPr/>
            </a:lvl4pPr>
            <a:lvl5pPr marL="2286000" lvl="4" indent="-406400" algn="l">
              <a:lnSpc>
                <a:spcPct val="114000"/>
              </a:lnSpc>
              <a:spcBef>
                <a:spcPts val="1200"/>
              </a:spcBef>
              <a:spcAft>
                <a:spcPts val="0"/>
              </a:spcAft>
              <a:buSzPts val="2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9" name="Google Shape;159;p19"/>
          <p:cNvSpPr txBox="1">
            <a:spLocks noGrp="1"/>
          </p:cNvSpPr>
          <p:nvPr>
            <p:ph type="title"/>
          </p:nvPr>
        </p:nvSpPr>
        <p:spPr>
          <a:xfrm>
            <a:off x="731520" y="548640"/>
            <a:ext cx="16642200" cy="7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900" tIns="182900" rIns="182900" bIns="182900" anchor="t" anchorCtr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p19"/>
          <p:cNvSpPr txBox="1">
            <a:spLocks noGrp="1"/>
          </p:cNvSpPr>
          <p:nvPr>
            <p:ph type="subTitle" idx="4"/>
          </p:nvPr>
        </p:nvSpPr>
        <p:spPr>
          <a:xfrm>
            <a:off x="731520" y="1311736"/>
            <a:ext cx="16689600" cy="7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900" tIns="182900" rIns="182900" bIns="182900" anchor="t" anchorCtr="0">
            <a:noAutofit/>
          </a:bodyPr>
          <a:lstStyle>
            <a:lvl1pPr lv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3600"/>
              <a:buNone/>
              <a:defRPr>
                <a:solidFill>
                  <a:srgbClr val="5B5B5B"/>
                </a:solidFill>
              </a:defRPr>
            </a:lvl1pPr>
            <a:lvl2pPr lvl="1" algn="l">
              <a:lnSpc>
                <a:spcPct val="114000"/>
              </a:lnSpc>
              <a:spcBef>
                <a:spcPts val="2000"/>
              </a:spcBef>
              <a:spcAft>
                <a:spcPts val="0"/>
              </a:spcAft>
              <a:buClr>
                <a:srgbClr val="5B5B5B"/>
              </a:buClr>
              <a:buSzPts val="3600"/>
              <a:buNone/>
              <a:defRPr>
                <a:solidFill>
                  <a:srgbClr val="5B5B5B"/>
                </a:solidFill>
              </a:defRPr>
            </a:lvl2pPr>
            <a:lvl3pPr lvl="2" algn="l">
              <a:lnSpc>
                <a:spcPct val="114000"/>
              </a:lnSpc>
              <a:spcBef>
                <a:spcPts val="2000"/>
              </a:spcBef>
              <a:spcAft>
                <a:spcPts val="0"/>
              </a:spcAft>
              <a:buClr>
                <a:srgbClr val="5B5B5B"/>
              </a:buClr>
              <a:buSzPts val="2800"/>
              <a:buNone/>
              <a:defRPr>
                <a:solidFill>
                  <a:srgbClr val="5B5B5B"/>
                </a:solidFill>
              </a:defRPr>
            </a:lvl3pPr>
            <a:lvl4pPr lvl="3" algn="l">
              <a:lnSpc>
                <a:spcPct val="114000"/>
              </a:lnSpc>
              <a:spcBef>
                <a:spcPts val="2000"/>
              </a:spcBef>
              <a:spcAft>
                <a:spcPts val="0"/>
              </a:spcAft>
              <a:buClr>
                <a:srgbClr val="5B5B5B"/>
              </a:buClr>
              <a:buSzPts val="2800"/>
              <a:buNone/>
              <a:defRPr>
                <a:solidFill>
                  <a:srgbClr val="5B5B5B"/>
                </a:solidFill>
              </a:defRPr>
            </a:lvl4pPr>
            <a:lvl5pPr lvl="4" algn="l">
              <a:lnSpc>
                <a:spcPct val="114000"/>
              </a:lnSpc>
              <a:spcBef>
                <a:spcPts val="2000"/>
              </a:spcBef>
              <a:spcAft>
                <a:spcPts val="0"/>
              </a:spcAft>
              <a:buClr>
                <a:srgbClr val="5B5B5B"/>
              </a:buClr>
              <a:buSzPts val="2800"/>
              <a:buNone/>
              <a:defRPr>
                <a:solidFill>
                  <a:srgbClr val="5B5B5B"/>
                </a:solidFill>
              </a:defRPr>
            </a:lvl5pPr>
            <a:lvl6pPr lvl="5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5B5B5B"/>
              </a:buClr>
              <a:buSzPts val="2800"/>
              <a:buNone/>
              <a:defRPr>
                <a:solidFill>
                  <a:srgbClr val="5B5B5B"/>
                </a:solidFill>
              </a:defRPr>
            </a:lvl6pPr>
            <a:lvl7pPr lvl="6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5B5B5B"/>
              </a:buClr>
              <a:buSzPts val="2800"/>
              <a:buNone/>
              <a:defRPr>
                <a:solidFill>
                  <a:srgbClr val="5B5B5B"/>
                </a:solidFill>
              </a:defRPr>
            </a:lvl7pPr>
            <a:lvl8pPr lvl="7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5B5B5B"/>
              </a:buClr>
              <a:buSzPts val="2800"/>
              <a:buNone/>
              <a:defRPr>
                <a:solidFill>
                  <a:srgbClr val="5B5B5B"/>
                </a:solidFill>
              </a:defRPr>
            </a:lvl8pPr>
            <a:lvl9pPr lvl="8" algn="l">
              <a:lnSpc>
                <a:spcPct val="90000"/>
              </a:lnSpc>
              <a:spcBef>
                <a:spcPts val="2000"/>
              </a:spcBef>
              <a:spcAft>
                <a:spcPts val="2000"/>
              </a:spcAft>
              <a:buClr>
                <a:srgbClr val="5B5B5B"/>
              </a:buClr>
              <a:buSzPts val="2800"/>
              <a:buNone/>
              <a:defRPr>
                <a:solidFill>
                  <a:srgbClr val="5B5B5B"/>
                </a:solidFill>
              </a:defRPr>
            </a:lvl9pPr>
          </a:lstStyle>
          <a:p>
            <a:endParaRPr/>
          </a:p>
        </p:txBody>
      </p:sp>
      <p:sp>
        <p:nvSpPr>
          <p:cNvPr id="161" name="Google Shape;161;p19"/>
          <p:cNvSpPr/>
          <p:nvPr/>
        </p:nvSpPr>
        <p:spPr>
          <a:xfrm>
            <a:off x="0" y="687611"/>
            <a:ext cx="274200" cy="73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182900" tIns="182900" rIns="182900" bIns="1829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endParaRPr sz="3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lumn +image">
  <p:cSld name="Two Column +image"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0"/>
          <p:cNvSpPr txBox="1">
            <a:spLocks noGrp="1"/>
          </p:cNvSpPr>
          <p:nvPr>
            <p:ph type="body" idx="1"/>
          </p:nvPr>
        </p:nvSpPr>
        <p:spPr>
          <a:xfrm>
            <a:off x="709116" y="2828926"/>
            <a:ext cx="5158200" cy="65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900" tIns="45700" rIns="91450" bIns="45700" anchor="t" anchorCtr="0">
            <a:no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3600"/>
              <a:buNone/>
              <a:defRPr/>
            </a:lvl1pPr>
            <a:lvl2pPr marL="914400" lvl="1" indent="-342900" algn="l">
              <a:lnSpc>
                <a:spcPct val="114000"/>
              </a:lnSpc>
              <a:spcBef>
                <a:spcPts val="20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4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14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14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4" name="Google Shape;164;p20"/>
          <p:cNvSpPr txBox="1">
            <a:spLocks noGrp="1"/>
          </p:cNvSpPr>
          <p:nvPr>
            <p:ph type="body" idx="2"/>
          </p:nvPr>
        </p:nvSpPr>
        <p:spPr>
          <a:xfrm>
            <a:off x="6368228" y="2828926"/>
            <a:ext cx="5364000" cy="65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900" tIns="45700" rIns="91450" bIns="45700" anchor="t" anchorCtr="0">
            <a:no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3600"/>
              <a:buNone/>
              <a:defRPr/>
            </a:lvl1pPr>
            <a:lvl2pPr marL="914400" lvl="1" indent="-342900" algn="l">
              <a:lnSpc>
                <a:spcPct val="114000"/>
              </a:lnSpc>
              <a:spcBef>
                <a:spcPts val="20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4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14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14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5" name="Google Shape;165;p20"/>
          <p:cNvSpPr/>
          <p:nvPr/>
        </p:nvSpPr>
        <p:spPr>
          <a:xfrm>
            <a:off x="914390" y="9692640"/>
            <a:ext cx="270499" cy="257175"/>
          </a:xfrm>
          <a:custGeom>
            <a:avLst/>
            <a:gdLst/>
            <a:ahLst/>
            <a:cxnLst/>
            <a:rect l="l" t="t" r="r" b="b"/>
            <a:pathLst>
              <a:path w="5409981" h="5143500" extrusionOk="0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20"/>
          <p:cNvSpPr/>
          <p:nvPr/>
        </p:nvSpPr>
        <p:spPr>
          <a:xfrm>
            <a:off x="1321302" y="9733832"/>
            <a:ext cx="3362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929292"/>
                </a:solidFill>
              </a:rPr>
              <a:t>© 2026 Snowflake Inc. All Rights Reserved</a:t>
            </a:r>
            <a:endParaRPr sz="1200">
              <a:solidFill>
                <a:srgbClr val="929292"/>
              </a:solidFill>
            </a:endParaRPr>
          </a:p>
        </p:txBody>
      </p:sp>
      <p:sp>
        <p:nvSpPr>
          <p:cNvPr id="167" name="Google Shape;167;p20"/>
          <p:cNvSpPr txBox="1"/>
          <p:nvPr/>
        </p:nvSpPr>
        <p:spPr>
          <a:xfrm>
            <a:off x="16653751" y="9650985"/>
            <a:ext cx="11334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i="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i="0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20"/>
          <p:cNvSpPr txBox="1">
            <a:spLocks noGrp="1"/>
          </p:cNvSpPr>
          <p:nvPr>
            <p:ph type="body" idx="3"/>
          </p:nvPr>
        </p:nvSpPr>
        <p:spPr>
          <a:xfrm>
            <a:off x="12233714" y="2834596"/>
            <a:ext cx="5215800" cy="65760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txBody>
          <a:bodyPr spcFirstLastPara="1" wrap="square" lIns="91450" tIns="45700" rIns="91450" bIns="45700" anchor="t" anchorCtr="0">
            <a:no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3600"/>
              <a:buNone/>
              <a:defRPr/>
            </a:lvl1pPr>
            <a:lvl2pPr marL="914400" lvl="1" indent="-342900" algn="l">
              <a:lnSpc>
                <a:spcPct val="114000"/>
              </a:lnSpc>
              <a:spcBef>
                <a:spcPts val="20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4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14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14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9" name="Google Shape;169;p20"/>
          <p:cNvSpPr txBox="1">
            <a:spLocks noGrp="1"/>
          </p:cNvSpPr>
          <p:nvPr>
            <p:ph type="title"/>
          </p:nvPr>
        </p:nvSpPr>
        <p:spPr>
          <a:xfrm>
            <a:off x="731520" y="548640"/>
            <a:ext cx="16642200" cy="7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900" tIns="182900" rIns="182900" bIns="182900" anchor="t" anchorCtr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0" name="Google Shape;170;p20"/>
          <p:cNvSpPr txBox="1">
            <a:spLocks noGrp="1"/>
          </p:cNvSpPr>
          <p:nvPr>
            <p:ph type="subTitle" idx="4"/>
          </p:nvPr>
        </p:nvSpPr>
        <p:spPr>
          <a:xfrm>
            <a:off x="731520" y="1311736"/>
            <a:ext cx="16689600" cy="7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900" tIns="182900" rIns="182900" bIns="182900" anchor="t" anchorCtr="0">
            <a:noAutofit/>
          </a:bodyPr>
          <a:lstStyle>
            <a:lvl1pPr lv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3600"/>
              <a:buNone/>
              <a:defRPr>
                <a:solidFill>
                  <a:srgbClr val="5B5B5B"/>
                </a:solidFill>
              </a:defRPr>
            </a:lvl1pPr>
            <a:lvl2pPr lvl="1" algn="l">
              <a:lnSpc>
                <a:spcPct val="114000"/>
              </a:lnSpc>
              <a:spcBef>
                <a:spcPts val="2000"/>
              </a:spcBef>
              <a:spcAft>
                <a:spcPts val="0"/>
              </a:spcAft>
              <a:buClr>
                <a:srgbClr val="5B5B5B"/>
              </a:buClr>
              <a:buSzPts val="3600"/>
              <a:buNone/>
              <a:defRPr>
                <a:solidFill>
                  <a:srgbClr val="5B5B5B"/>
                </a:solidFill>
              </a:defRPr>
            </a:lvl2pPr>
            <a:lvl3pPr lvl="2" algn="l">
              <a:lnSpc>
                <a:spcPct val="114000"/>
              </a:lnSpc>
              <a:spcBef>
                <a:spcPts val="2000"/>
              </a:spcBef>
              <a:spcAft>
                <a:spcPts val="0"/>
              </a:spcAft>
              <a:buClr>
                <a:srgbClr val="5B5B5B"/>
              </a:buClr>
              <a:buSzPts val="2800"/>
              <a:buNone/>
              <a:defRPr>
                <a:solidFill>
                  <a:srgbClr val="5B5B5B"/>
                </a:solidFill>
              </a:defRPr>
            </a:lvl3pPr>
            <a:lvl4pPr lvl="3" algn="l">
              <a:lnSpc>
                <a:spcPct val="114000"/>
              </a:lnSpc>
              <a:spcBef>
                <a:spcPts val="2000"/>
              </a:spcBef>
              <a:spcAft>
                <a:spcPts val="0"/>
              </a:spcAft>
              <a:buClr>
                <a:srgbClr val="5B5B5B"/>
              </a:buClr>
              <a:buSzPts val="2800"/>
              <a:buNone/>
              <a:defRPr>
                <a:solidFill>
                  <a:srgbClr val="5B5B5B"/>
                </a:solidFill>
              </a:defRPr>
            </a:lvl4pPr>
            <a:lvl5pPr lvl="4" algn="l">
              <a:lnSpc>
                <a:spcPct val="114000"/>
              </a:lnSpc>
              <a:spcBef>
                <a:spcPts val="2000"/>
              </a:spcBef>
              <a:spcAft>
                <a:spcPts val="0"/>
              </a:spcAft>
              <a:buClr>
                <a:srgbClr val="5B5B5B"/>
              </a:buClr>
              <a:buSzPts val="2800"/>
              <a:buNone/>
              <a:defRPr>
                <a:solidFill>
                  <a:srgbClr val="5B5B5B"/>
                </a:solidFill>
              </a:defRPr>
            </a:lvl5pPr>
            <a:lvl6pPr lvl="5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5B5B5B"/>
              </a:buClr>
              <a:buSzPts val="2800"/>
              <a:buNone/>
              <a:defRPr>
                <a:solidFill>
                  <a:srgbClr val="5B5B5B"/>
                </a:solidFill>
              </a:defRPr>
            </a:lvl6pPr>
            <a:lvl7pPr lvl="6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5B5B5B"/>
              </a:buClr>
              <a:buSzPts val="2800"/>
              <a:buNone/>
              <a:defRPr>
                <a:solidFill>
                  <a:srgbClr val="5B5B5B"/>
                </a:solidFill>
              </a:defRPr>
            </a:lvl7pPr>
            <a:lvl8pPr lvl="7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5B5B5B"/>
              </a:buClr>
              <a:buSzPts val="2800"/>
              <a:buNone/>
              <a:defRPr>
                <a:solidFill>
                  <a:srgbClr val="5B5B5B"/>
                </a:solidFill>
              </a:defRPr>
            </a:lvl8pPr>
            <a:lvl9pPr lvl="8" algn="l">
              <a:lnSpc>
                <a:spcPct val="90000"/>
              </a:lnSpc>
              <a:spcBef>
                <a:spcPts val="2000"/>
              </a:spcBef>
              <a:spcAft>
                <a:spcPts val="2000"/>
              </a:spcAft>
              <a:buClr>
                <a:srgbClr val="5B5B5B"/>
              </a:buClr>
              <a:buSzPts val="2800"/>
              <a:buNone/>
              <a:defRPr>
                <a:solidFill>
                  <a:srgbClr val="5B5B5B"/>
                </a:solidFill>
              </a:defRPr>
            </a:lvl9pPr>
          </a:lstStyle>
          <a:p>
            <a:endParaRPr/>
          </a:p>
        </p:txBody>
      </p:sp>
      <p:sp>
        <p:nvSpPr>
          <p:cNvPr id="171" name="Google Shape;171;p20"/>
          <p:cNvSpPr/>
          <p:nvPr/>
        </p:nvSpPr>
        <p:spPr>
          <a:xfrm>
            <a:off x="0" y="687611"/>
            <a:ext cx="274200" cy="73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182900" tIns="182900" rIns="182900" bIns="1829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endParaRPr sz="3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Column Layout">
  <p:cSld name="Four Column Layout"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1"/>
          <p:cNvSpPr/>
          <p:nvPr/>
        </p:nvSpPr>
        <p:spPr>
          <a:xfrm>
            <a:off x="914390" y="9692640"/>
            <a:ext cx="270499" cy="257175"/>
          </a:xfrm>
          <a:custGeom>
            <a:avLst/>
            <a:gdLst/>
            <a:ahLst/>
            <a:cxnLst/>
            <a:rect l="l" t="t" r="r" b="b"/>
            <a:pathLst>
              <a:path w="5409981" h="5143500" extrusionOk="0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21"/>
          <p:cNvSpPr/>
          <p:nvPr/>
        </p:nvSpPr>
        <p:spPr>
          <a:xfrm>
            <a:off x="1321302" y="9733832"/>
            <a:ext cx="3362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929292"/>
                </a:solidFill>
              </a:rPr>
              <a:t>© 2026 Snowflake Inc. All Rights Reserved</a:t>
            </a:r>
            <a:endParaRPr sz="1200">
              <a:solidFill>
                <a:srgbClr val="929292"/>
              </a:solidFill>
            </a:endParaRPr>
          </a:p>
        </p:txBody>
      </p:sp>
      <p:sp>
        <p:nvSpPr>
          <p:cNvPr id="175" name="Google Shape;175;p21"/>
          <p:cNvSpPr txBox="1"/>
          <p:nvPr/>
        </p:nvSpPr>
        <p:spPr>
          <a:xfrm>
            <a:off x="16653751" y="9650985"/>
            <a:ext cx="11334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i="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i="0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21"/>
          <p:cNvSpPr txBox="1">
            <a:spLocks noGrp="1"/>
          </p:cNvSpPr>
          <p:nvPr>
            <p:ph type="body" idx="1"/>
          </p:nvPr>
        </p:nvSpPr>
        <p:spPr>
          <a:xfrm>
            <a:off x="709116" y="2850644"/>
            <a:ext cx="3733800" cy="65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900" tIns="45700" rIns="91450" bIns="45700" anchor="t" anchorCtr="0">
            <a:no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2800"/>
              <a:buNone/>
              <a:defRPr sz="2800"/>
            </a:lvl1pPr>
            <a:lvl2pPr marL="914400" lvl="1" indent="-381000" algn="l">
              <a:lnSpc>
                <a:spcPct val="114000"/>
              </a:lnSpc>
              <a:spcBef>
                <a:spcPts val="2000"/>
              </a:spcBef>
              <a:spcAft>
                <a:spcPts val="0"/>
              </a:spcAft>
              <a:buSzPts val="2400"/>
              <a:buChar char="•"/>
              <a:defRPr sz="2400"/>
            </a:lvl2pPr>
            <a:lvl3pPr marL="1371600" lvl="2" indent="-355600" algn="l">
              <a:lnSpc>
                <a:spcPct val="114000"/>
              </a:lnSpc>
              <a:spcBef>
                <a:spcPts val="1200"/>
              </a:spcBef>
              <a:spcAft>
                <a:spcPts val="0"/>
              </a:spcAft>
              <a:buSzPts val="2000"/>
              <a:buChar char="•"/>
              <a:defRPr sz="2000"/>
            </a:lvl3pPr>
            <a:lvl4pPr marL="1828800" lvl="3" indent="-355600" algn="l">
              <a:lnSpc>
                <a:spcPct val="114000"/>
              </a:lnSpc>
              <a:spcBef>
                <a:spcPts val="1200"/>
              </a:spcBef>
              <a:spcAft>
                <a:spcPts val="0"/>
              </a:spcAft>
              <a:buSzPts val="2000"/>
              <a:buChar char="•"/>
              <a:defRPr sz="2000"/>
            </a:lvl4pPr>
            <a:lvl5pPr marL="2286000" lvl="4" indent="-355600" algn="l">
              <a:lnSpc>
                <a:spcPct val="114000"/>
              </a:lnSpc>
              <a:spcBef>
                <a:spcPts val="1200"/>
              </a:spcBef>
              <a:spcAft>
                <a:spcPts val="0"/>
              </a:spcAft>
              <a:buSzPts val="2000"/>
              <a:buChar char="•"/>
              <a:defRPr sz="2000"/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7" name="Google Shape;177;p21"/>
          <p:cNvSpPr txBox="1">
            <a:spLocks noGrp="1"/>
          </p:cNvSpPr>
          <p:nvPr>
            <p:ph type="body" idx="2"/>
          </p:nvPr>
        </p:nvSpPr>
        <p:spPr>
          <a:xfrm>
            <a:off x="5033641" y="2850644"/>
            <a:ext cx="3733800" cy="65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900" tIns="45700" rIns="91450" bIns="45700" anchor="t" anchorCtr="0">
            <a:no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2800"/>
              <a:buNone/>
              <a:defRPr sz="2800"/>
            </a:lvl1pPr>
            <a:lvl2pPr marL="914400" lvl="1" indent="-381000" algn="l">
              <a:lnSpc>
                <a:spcPct val="114000"/>
              </a:lnSpc>
              <a:spcBef>
                <a:spcPts val="2000"/>
              </a:spcBef>
              <a:spcAft>
                <a:spcPts val="0"/>
              </a:spcAft>
              <a:buSzPts val="2400"/>
              <a:buChar char="•"/>
              <a:defRPr sz="2400"/>
            </a:lvl2pPr>
            <a:lvl3pPr marL="1371600" lvl="2" indent="-355600" algn="l">
              <a:lnSpc>
                <a:spcPct val="114000"/>
              </a:lnSpc>
              <a:spcBef>
                <a:spcPts val="1200"/>
              </a:spcBef>
              <a:spcAft>
                <a:spcPts val="0"/>
              </a:spcAft>
              <a:buSzPts val="2000"/>
              <a:buChar char="•"/>
              <a:defRPr sz="2000"/>
            </a:lvl3pPr>
            <a:lvl4pPr marL="1828800" lvl="3" indent="-355600" algn="l">
              <a:lnSpc>
                <a:spcPct val="114000"/>
              </a:lnSpc>
              <a:spcBef>
                <a:spcPts val="1200"/>
              </a:spcBef>
              <a:spcAft>
                <a:spcPts val="0"/>
              </a:spcAft>
              <a:buSzPts val="2000"/>
              <a:buChar char="•"/>
              <a:defRPr sz="2000"/>
            </a:lvl4pPr>
            <a:lvl5pPr marL="2286000" lvl="4" indent="-355600" algn="l">
              <a:lnSpc>
                <a:spcPct val="114000"/>
              </a:lnSpc>
              <a:spcBef>
                <a:spcPts val="1200"/>
              </a:spcBef>
              <a:spcAft>
                <a:spcPts val="0"/>
              </a:spcAft>
              <a:buSzPts val="2000"/>
              <a:buChar char="•"/>
              <a:defRPr sz="2000"/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8" name="Google Shape;178;p21"/>
          <p:cNvSpPr txBox="1">
            <a:spLocks noGrp="1"/>
          </p:cNvSpPr>
          <p:nvPr>
            <p:ph type="body" idx="3"/>
          </p:nvPr>
        </p:nvSpPr>
        <p:spPr>
          <a:xfrm>
            <a:off x="9358166" y="2850644"/>
            <a:ext cx="3789600" cy="65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900" tIns="45700" rIns="91450" bIns="45700" anchor="t" anchorCtr="0">
            <a:no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2800"/>
              <a:buNone/>
              <a:defRPr sz="2800"/>
            </a:lvl1pPr>
            <a:lvl2pPr marL="914400" lvl="1" indent="-381000" algn="l">
              <a:lnSpc>
                <a:spcPct val="114000"/>
              </a:lnSpc>
              <a:spcBef>
                <a:spcPts val="2000"/>
              </a:spcBef>
              <a:spcAft>
                <a:spcPts val="0"/>
              </a:spcAft>
              <a:buSzPts val="2400"/>
              <a:buChar char="•"/>
              <a:defRPr sz="2400"/>
            </a:lvl2pPr>
            <a:lvl3pPr marL="1371600" lvl="2" indent="-355600" algn="l">
              <a:lnSpc>
                <a:spcPct val="114000"/>
              </a:lnSpc>
              <a:spcBef>
                <a:spcPts val="1200"/>
              </a:spcBef>
              <a:spcAft>
                <a:spcPts val="0"/>
              </a:spcAft>
              <a:buSzPts val="2000"/>
              <a:buChar char="•"/>
              <a:defRPr sz="2000"/>
            </a:lvl3pPr>
            <a:lvl4pPr marL="1828800" lvl="3" indent="-355600" algn="l">
              <a:lnSpc>
                <a:spcPct val="114000"/>
              </a:lnSpc>
              <a:spcBef>
                <a:spcPts val="1200"/>
              </a:spcBef>
              <a:spcAft>
                <a:spcPts val="0"/>
              </a:spcAft>
              <a:buSzPts val="2000"/>
              <a:buChar char="•"/>
              <a:defRPr sz="2000"/>
            </a:lvl4pPr>
            <a:lvl5pPr marL="2286000" lvl="4" indent="-355600" algn="l">
              <a:lnSpc>
                <a:spcPct val="114000"/>
              </a:lnSpc>
              <a:spcBef>
                <a:spcPts val="1200"/>
              </a:spcBef>
              <a:spcAft>
                <a:spcPts val="0"/>
              </a:spcAft>
              <a:buSzPts val="2000"/>
              <a:buChar char="•"/>
              <a:defRPr sz="2000"/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9" name="Google Shape;179;p21"/>
          <p:cNvSpPr txBox="1">
            <a:spLocks noGrp="1"/>
          </p:cNvSpPr>
          <p:nvPr>
            <p:ph type="body" idx="4"/>
          </p:nvPr>
        </p:nvSpPr>
        <p:spPr>
          <a:xfrm>
            <a:off x="13738472" y="2850644"/>
            <a:ext cx="3713400" cy="65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900" tIns="45700" rIns="91450" bIns="45700" anchor="t" anchorCtr="0">
            <a:no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2800"/>
              <a:buNone/>
              <a:defRPr sz="2800"/>
            </a:lvl1pPr>
            <a:lvl2pPr marL="914400" lvl="1" indent="-381000" algn="l">
              <a:lnSpc>
                <a:spcPct val="114000"/>
              </a:lnSpc>
              <a:spcBef>
                <a:spcPts val="2000"/>
              </a:spcBef>
              <a:spcAft>
                <a:spcPts val="0"/>
              </a:spcAft>
              <a:buSzPts val="2400"/>
              <a:buChar char="•"/>
              <a:defRPr sz="2400"/>
            </a:lvl2pPr>
            <a:lvl3pPr marL="1371600" lvl="2" indent="-355600" algn="l">
              <a:lnSpc>
                <a:spcPct val="114000"/>
              </a:lnSpc>
              <a:spcBef>
                <a:spcPts val="1200"/>
              </a:spcBef>
              <a:spcAft>
                <a:spcPts val="0"/>
              </a:spcAft>
              <a:buSzPts val="2000"/>
              <a:buChar char="•"/>
              <a:defRPr sz="2000"/>
            </a:lvl3pPr>
            <a:lvl4pPr marL="1828800" lvl="3" indent="-355600" algn="l">
              <a:lnSpc>
                <a:spcPct val="114000"/>
              </a:lnSpc>
              <a:spcBef>
                <a:spcPts val="1200"/>
              </a:spcBef>
              <a:spcAft>
                <a:spcPts val="0"/>
              </a:spcAft>
              <a:buSzPts val="2000"/>
              <a:buChar char="•"/>
              <a:defRPr sz="2000"/>
            </a:lvl4pPr>
            <a:lvl5pPr marL="2286000" lvl="4" indent="-355600" algn="l">
              <a:lnSpc>
                <a:spcPct val="114000"/>
              </a:lnSpc>
              <a:spcBef>
                <a:spcPts val="1200"/>
              </a:spcBef>
              <a:spcAft>
                <a:spcPts val="0"/>
              </a:spcAft>
              <a:buSzPts val="2000"/>
              <a:buChar char="•"/>
              <a:defRPr sz="2000"/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0" name="Google Shape;180;p21"/>
          <p:cNvSpPr txBox="1">
            <a:spLocks noGrp="1"/>
          </p:cNvSpPr>
          <p:nvPr>
            <p:ph type="title"/>
          </p:nvPr>
        </p:nvSpPr>
        <p:spPr>
          <a:xfrm>
            <a:off x="731520" y="548640"/>
            <a:ext cx="16642200" cy="7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900" tIns="182900" rIns="182900" bIns="182900" anchor="t" anchorCtr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1" name="Google Shape;181;p21"/>
          <p:cNvSpPr txBox="1">
            <a:spLocks noGrp="1"/>
          </p:cNvSpPr>
          <p:nvPr>
            <p:ph type="subTitle" idx="5"/>
          </p:nvPr>
        </p:nvSpPr>
        <p:spPr>
          <a:xfrm>
            <a:off x="731520" y="1311736"/>
            <a:ext cx="16689600" cy="7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900" tIns="182900" rIns="182900" bIns="182900" anchor="t" anchorCtr="0">
            <a:noAutofit/>
          </a:bodyPr>
          <a:lstStyle>
            <a:lvl1pPr lv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3600"/>
              <a:buNone/>
              <a:defRPr>
                <a:solidFill>
                  <a:srgbClr val="5B5B5B"/>
                </a:solidFill>
              </a:defRPr>
            </a:lvl1pPr>
            <a:lvl2pPr lvl="1" algn="l">
              <a:lnSpc>
                <a:spcPct val="114000"/>
              </a:lnSpc>
              <a:spcBef>
                <a:spcPts val="2000"/>
              </a:spcBef>
              <a:spcAft>
                <a:spcPts val="0"/>
              </a:spcAft>
              <a:buClr>
                <a:srgbClr val="5B5B5B"/>
              </a:buClr>
              <a:buSzPts val="3600"/>
              <a:buNone/>
              <a:defRPr>
                <a:solidFill>
                  <a:srgbClr val="5B5B5B"/>
                </a:solidFill>
              </a:defRPr>
            </a:lvl2pPr>
            <a:lvl3pPr lvl="2" algn="l">
              <a:lnSpc>
                <a:spcPct val="114000"/>
              </a:lnSpc>
              <a:spcBef>
                <a:spcPts val="2000"/>
              </a:spcBef>
              <a:spcAft>
                <a:spcPts val="0"/>
              </a:spcAft>
              <a:buClr>
                <a:srgbClr val="5B5B5B"/>
              </a:buClr>
              <a:buSzPts val="2800"/>
              <a:buNone/>
              <a:defRPr>
                <a:solidFill>
                  <a:srgbClr val="5B5B5B"/>
                </a:solidFill>
              </a:defRPr>
            </a:lvl3pPr>
            <a:lvl4pPr lvl="3" algn="l">
              <a:lnSpc>
                <a:spcPct val="114000"/>
              </a:lnSpc>
              <a:spcBef>
                <a:spcPts val="2000"/>
              </a:spcBef>
              <a:spcAft>
                <a:spcPts val="0"/>
              </a:spcAft>
              <a:buClr>
                <a:srgbClr val="5B5B5B"/>
              </a:buClr>
              <a:buSzPts val="2800"/>
              <a:buNone/>
              <a:defRPr>
                <a:solidFill>
                  <a:srgbClr val="5B5B5B"/>
                </a:solidFill>
              </a:defRPr>
            </a:lvl4pPr>
            <a:lvl5pPr lvl="4" algn="l">
              <a:lnSpc>
                <a:spcPct val="114000"/>
              </a:lnSpc>
              <a:spcBef>
                <a:spcPts val="2000"/>
              </a:spcBef>
              <a:spcAft>
                <a:spcPts val="0"/>
              </a:spcAft>
              <a:buClr>
                <a:srgbClr val="5B5B5B"/>
              </a:buClr>
              <a:buSzPts val="2800"/>
              <a:buNone/>
              <a:defRPr>
                <a:solidFill>
                  <a:srgbClr val="5B5B5B"/>
                </a:solidFill>
              </a:defRPr>
            </a:lvl5pPr>
            <a:lvl6pPr lvl="5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5B5B5B"/>
              </a:buClr>
              <a:buSzPts val="2800"/>
              <a:buNone/>
              <a:defRPr>
                <a:solidFill>
                  <a:srgbClr val="5B5B5B"/>
                </a:solidFill>
              </a:defRPr>
            </a:lvl6pPr>
            <a:lvl7pPr lvl="6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5B5B5B"/>
              </a:buClr>
              <a:buSzPts val="2800"/>
              <a:buNone/>
              <a:defRPr>
                <a:solidFill>
                  <a:srgbClr val="5B5B5B"/>
                </a:solidFill>
              </a:defRPr>
            </a:lvl7pPr>
            <a:lvl8pPr lvl="7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5B5B5B"/>
              </a:buClr>
              <a:buSzPts val="2800"/>
              <a:buNone/>
              <a:defRPr>
                <a:solidFill>
                  <a:srgbClr val="5B5B5B"/>
                </a:solidFill>
              </a:defRPr>
            </a:lvl8pPr>
            <a:lvl9pPr lvl="8" algn="l">
              <a:lnSpc>
                <a:spcPct val="90000"/>
              </a:lnSpc>
              <a:spcBef>
                <a:spcPts val="2000"/>
              </a:spcBef>
              <a:spcAft>
                <a:spcPts val="2000"/>
              </a:spcAft>
              <a:buClr>
                <a:srgbClr val="5B5B5B"/>
              </a:buClr>
              <a:buSzPts val="2800"/>
              <a:buNone/>
              <a:defRPr>
                <a:solidFill>
                  <a:srgbClr val="5B5B5B"/>
                </a:solidFill>
              </a:defRPr>
            </a:lvl9pPr>
          </a:lstStyle>
          <a:p>
            <a:endParaRPr/>
          </a:p>
        </p:txBody>
      </p:sp>
      <p:sp>
        <p:nvSpPr>
          <p:cNvPr id="182" name="Google Shape;182;p21"/>
          <p:cNvSpPr/>
          <p:nvPr/>
        </p:nvSpPr>
        <p:spPr>
          <a:xfrm>
            <a:off x="0" y="687611"/>
            <a:ext cx="274200" cy="73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182900" tIns="182900" rIns="182900" bIns="1829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endParaRPr sz="3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Column Layout w titles">
  <p:cSld name="Four Column Layout w titles"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2"/>
          <p:cNvSpPr/>
          <p:nvPr/>
        </p:nvSpPr>
        <p:spPr>
          <a:xfrm>
            <a:off x="914390" y="9692640"/>
            <a:ext cx="270499" cy="257175"/>
          </a:xfrm>
          <a:custGeom>
            <a:avLst/>
            <a:gdLst/>
            <a:ahLst/>
            <a:cxnLst/>
            <a:rect l="l" t="t" r="r" b="b"/>
            <a:pathLst>
              <a:path w="5409981" h="5143500" extrusionOk="0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22"/>
          <p:cNvSpPr txBox="1"/>
          <p:nvPr/>
        </p:nvSpPr>
        <p:spPr>
          <a:xfrm>
            <a:off x="16668499" y="9650985"/>
            <a:ext cx="11334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i="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i="0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22"/>
          <p:cNvSpPr txBox="1">
            <a:spLocks noGrp="1"/>
          </p:cNvSpPr>
          <p:nvPr>
            <p:ph type="body" idx="1"/>
          </p:nvPr>
        </p:nvSpPr>
        <p:spPr>
          <a:xfrm>
            <a:off x="709116" y="2728960"/>
            <a:ext cx="3750600" cy="77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900" tIns="45700" rIns="91450" bIns="0" anchor="b" anchorCtr="0">
            <a:no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 b="1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114000"/>
              </a:lnSpc>
              <a:spcBef>
                <a:spcPts val="20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4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14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14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7" name="Google Shape;187;p22"/>
          <p:cNvSpPr txBox="1">
            <a:spLocks noGrp="1"/>
          </p:cNvSpPr>
          <p:nvPr>
            <p:ph type="body" idx="2"/>
          </p:nvPr>
        </p:nvSpPr>
        <p:spPr>
          <a:xfrm>
            <a:off x="5012382" y="2728960"/>
            <a:ext cx="3753000" cy="77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900" tIns="45700" rIns="91450" bIns="0" anchor="b" anchorCtr="0">
            <a:no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 b="1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114000"/>
              </a:lnSpc>
              <a:spcBef>
                <a:spcPts val="20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4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14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14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8" name="Google Shape;188;p22"/>
          <p:cNvSpPr txBox="1">
            <a:spLocks noGrp="1"/>
          </p:cNvSpPr>
          <p:nvPr>
            <p:ph type="body" idx="3"/>
          </p:nvPr>
        </p:nvSpPr>
        <p:spPr>
          <a:xfrm>
            <a:off x="9317568" y="2728960"/>
            <a:ext cx="3846000" cy="77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900" tIns="45700" rIns="91450" bIns="0" anchor="b" anchorCtr="0">
            <a:no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 b="1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114000"/>
              </a:lnSpc>
              <a:spcBef>
                <a:spcPts val="20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4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14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14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9" name="Google Shape;189;p22"/>
          <p:cNvSpPr txBox="1">
            <a:spLocks noGrp="1"/>
          </p:cNvSpPr>
          <p:nvPr>
            <p:ph type="body" idx="4"/>
          </p:nvPr>
        </p:nvSpPr>
        <p:spPr>
          <a:xfrm>
            <a:off x="13715998" y="2728960"/>
            <a:ext cx="3733800" cy="77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900" tIns="45700" rIns="91450" bIns="0" anchor="b" anchorCtr="0">
            <a:no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 b="1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114000"/>
              </a:lnSpc>
              <a:spcBef>
                <a:spcPts val="20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4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14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14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0" name="Google Shape;190;p22"/>
          <p:cNvSpPr txBox="1">
            <a:spLocks noGrp="1"/>
          </p:cNvSpPr>
          <p:nvPr>
            <p:ph type="body" idx="5"/>
          </p:nvPr>
        </p:nvSpPr>
        <p:spPr>
          <a:xfrm>
            <a:off x="709116" y="3526367"/>
            <a:ext cx="3733800" cy="58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900" tIns="45700" rIns="91450" bIns="45700" anchor="t" anchorCtr="0">
            <a:no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2800"/>
              <a:buNone/>
              <a:defRPr sz="2800"/>
            </a:lvl1pPr>
            <a:lvl2pPr marL="914400" lvl="1" indent="-381000" algn="l">
              <a:lnSpc>
                <a:spcPct val="114000"/>
              </a:lnSpc>
              <a:spcBef>
                <a:spcPts val="2000"/>
              </a:spcBef>
              <a:spcAft>
                <a:spcPts val="0"/>
              </a:spcAft>
              <a:buSzPts val="2400"/>
              <a:buChar char="•"/>
              <a:defRPr sz="2400"/>
            </a:lvl2pPr>
            <a:lvl3pPr marL="1371600" lvl="2" indent="-355600" algn="l">
              <a:lnSpc>
                <a:spcPct val="114000"/>
              </a:lnSpc>
              <a:spcBef>
                <a:spcPts val="1200"/>
              </a:spcBef>
              <a:spcAft>
                <a:spcPts val="0"/>
              </a:spcAft>
              <a:buSzPts val="2000"/>
              <a:buChar char="•"/>
              <a:defRPr sz="2000"/>
            </a:lvl3pPr>
            <a:lvl4pPr marL="1828800" lvl="3" indent="-355600" algn="l">
              <a:lnSpc>
                <a:spcPct val="114000"/>
              </a:lnSpc>
              <a:spcBef>
                <a:spcPts val="1200"/>
              </a:spcBef>
              <a:spcAft>
                <a:spcPts val="0"/>
              </a:spcAft>
              <a:buSzPts val="2000"/>
              <a:buChar char="•"/>
              <a:defRPr sz="2000"/>
            </a:lvl4pPr>
            <a:lvl5pPr marL="2286000" lvl="4" indent="-355600" algn="l">
              <a:lnSpc>
                <a:spcPct val="114000"/>
              </a:lnSpc>
              <a:spcBef>
                <a:spcPts val="1200"/>
              </a:spcBef>
              <a:spcAft>
                <a:spcPts val="0"/>
              </a:spcAft>
              <a:buSzPts val="2000"/>
              <a:buChar char="•"/>
              <a:defRPr sz="2000"/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1" name="Google Shape;191;p22"/>
          <p:cNvSpPr txBox="1">
            <a:spLocks noGrp="1"/>
          </p:cNvSpPr>
          <p:nvPr>
            <p:ph type="body" idx="6"/>
          </p:nvPr>
        </p:nvSpPr>
        <p:spPr>
          <a:xfrm>
            <a:off x="5012383" y="3526367"/>
            <a:ext cx="3733800" cy="58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900" tIns="45700" rIns="91450" bIns="45700" anchor="t" anchorCtr="0">
            <a:no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2800"/>
              <a:buNone/>
              <a:defRPr sz="2800"/>
            </a:lvl1pPr>
            <a:lvl2pPr marL="914400" lvl="1" indent="-381000" algn="l">
              <a:lnSpc>
                <a:spcPct val="114000"/>
              </a:lnSpc>
              <a:spcBef>
                <a:spcPts val="2000"/>
              </a:spcBef>
              <a:spcAft>
                <a:spcPts val="0"/>
              </a:spcAft>
              <a:buSzPts val="2400"/>
              <a:buChar char="•"/>
              <a:defRPr sz="2400"/>
            </a:lvl2pPr>
            <a:lvl3pPr marL="1371600" lvl="2" indent="-355600" algn="l">
              <a:lnSpc>
                <a:spcPct val="114000"/>
              </a:lnSpc>
              <a:spcBef>
                <a:spcPts val="1200"/>
              </a:spcBef>
              <a:spcAft>
                <a:spcPts val="0"/>
              </a:spcAft>
              <a:buSzPts val="2000"/>
              <a:buChar char="•"/>
              <a:defRPr sz="2000"/>
            </a:lvl3pPr>
            <a:lvl4pPr marL="1828800" lvl="3" indent="-355600" algn="l">
              <a:lnSpc>
                <a:spcPct val="114000"/>
              </a:lnSpc>
              <a:spcBef>
                <a:spcPts val="1200"/>
              </a:spcBef>
              <a:spcAft>
                <a:spcPts val="0"/>
              </a:spcAft>
              <a:buSzPts val="2000"/>
              <a:buChar char="•"/>
              <a:defRPr sz="2000"/>
            </a:lvl4pPr>
            <a:lvl5pPr marL="2286000" lvl="4" indent="-355600" algn="l">
              <a:lnSpc>
                <a:spcPct val="114000"/>
              </a:lnSpc>
              <a:spcBef>
                <a:spcPts val="1200"/>
              </a:spcBef>
              <a:spcAft>
                <a:spcPts val="0"/>
              </a:spcAft>
              <a:buSzPts val="2000"/>
              <a:buChar char="•"/>
              <a:defRPr sz="2000"/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2" name="Google Shape;192;p22"/>
          <p:cNvSpPr txBox="1">
            <a:spLocks noGrp="1"/>
          </p:cNvSpPr>
          <p:nvPr>
            <p:ph type="body" idx="7"/>
          </p:nvPr>
        </p:nvSpPr>
        <p:spPr>
          <a:xfrm>
            <a:off x="9317568" y="3526367"/>
            <a:ext cx="3770400" cy="58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900" tIns="45700" rIns="91450" bIns="45700" anchor="t" anchorCtr="0">
            <a:no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2800"/>
              <a:buNone/>
              <a:defRPr sz="2800"/>
            </a:lvl1pPr>
            <a:lvl2pPr marL="914400" lvl="1" indent="-381000" algn="l">
              <a:lnSpc>
                <a:spcPct val="114000"/>
              </a:lnSpc>
              <a:spcBef>
                <a:spcPts val="2000"/>
              </a:spcBef>
              <a:spcAft>
                <a:spcPts val="0"/>
              </a:spcAft>
              <a:buSzPts val="2400"/>
              <a:buChar char="•"/>
              <a:defRPr sz="2400"/>
            </a:lvl2pPr>
            <a:lvl3pPr marL="1371600" lvl="2" indent="-355600" algn="l">
              <a:lnSpc>
                <a:spcPct val="114000"/>
              </a:lnSpc>
              <a:spcBef>
                <a:spcPts val="1200"/>
              </a:spcBef>
              <a:spcAft>
                <a:spcPts val="0"/>
              </a:spcAft>
              <a:buSzPts val="2000"/>
              <a:buChar char="•"/>
              <a:defRPr sz="2000"/>
            </a:lvl3pPr>
            <a:lvl4pPr marL="1828800" lvl="3" indent="-355600" algn="l">
              <a:lnSpc>
                <a:spcPct val="114000"/>
              </a:lnSpc>
              <a:spcBef>
                <a:spcPts val="1200"/>
              </a:spcBef>
              <a:spcAft>
                <a:spcPts val="0"/>
              </a:spcAft>
              <a:buSzPts val="2000"/>
              <a:buChar char="•"/>
              <a:defRPr sz="2000"/>
            </a:lvl4pPr>
            <a:lvl5pPr marL="2286000" lvl="4" indent="-355600" algn="l">
              <a:lnSpc>
                <a:spcPct val="114000"/>
              </a:lnSpc>
              <a:spcBef>
                <a:spcPts val="1200"/>
              </a:spcBef>
              <a:spcAft>
                <a:spcPts val="0"/>
              </a:spcAft>
              <a:buSzPts val="2000"/>
              <a:buChar char="•"/>
              <a:defRPr sz="2000"/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3" name="Google Shape;193;p22"/>
          <p:cNvSpPr txBox="1">
            <a:spLocks noGrp="1"/>
          </p:cNvSpPr>
          <p:nvPr>
            <p:ph type="body" idx="8"/>
          </p:nvPr>
        </p:nvSpPr>
        <p:spPr>
          <a:xfrm>
            <a:off x="13715998" y="3526367"/>
            <a:ext cx="3713400" cy="58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900" tIns="45700" rIns="91450" bIns="45700" anchor="t" anchorCtr="0">
            <a:no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2800"/>
              <a:buNone/>
              <a:defRPr sz="2800"/>
            </a:lvl1pPr>
            <a:lvl2pPr marL="914400" lvl="1" indent="-381000" algn="l">
              <a:lnSpc>
                <a:spcPct val="114000"/>
              </a:lnSpc>
              <a:spcBef>
                <a:spcPts val="2000"/>
              </a:spcBef>
              <a:spcAft>
                <a:spcPts val="0"/>
              </a:spcAft>
              <a:buSzPts val="2400"/>
              <a:buChar char="•"/>
              <a:defRPr sz="2400"/>
            </a:lvl2pPr>
            <a:lvl3pPr marL="1371600" lvl="2" indent="-355600" algn="l">
              <a:lnSpc>
                <a:spcPct val="114000"/>
              </a:lnSpc>
              <a:spcBef>
                <a:spcPts val="1200"/>
              </a:spcBef>
              <a:spcAft>
                <a:spcPts val="0"/>
              </a:spcAft>
              <a:buSzPts val="2000"/>
              <a:buChar char="•"/>
              <a:defRPr sz="2000"/>
            </a:lvl3pPr>
            <a:lvl4pPr marL="1828800" lvl="3" indent="-355600" algn="l">
              <a:lnSpc>
                <a:spcPct val="114000"/>
              </a:lnSpc>
              <a:spcBef>
                <a:spcPts val="1200"/>
              </a:spcBef>
              <a:spcAft>
                <a:spcPts val="0"/>
              </a:spcAft>
              <a:buSzPts val="2000"/>
              <a:buChar char="•"/>
              <a:defRPr sz="2000"/>
            </a:lvl4pPr>
            <a:lvl5pPr marL="2286000" lvl="4" indent="-355600" algn="l">
              <a:lnSpc>
                <a:spcPct val="114000"/>
              </a:lnSpc>
              <a:spcBef>
                <a:spcPts val="1200"/>
              </a:spcBef>
              <a:spcAft>
                <a:spcPts val="0"/>
              </a:spcAft>
              <a:buSzPts val="2000"/>
              <a:buChar char="•"/>
              <a:defRPr sz="2000"/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4" name="Google Shape;194;p22"/>
          <p:cNvSpPr txBox="1">
            <a:spLocks noGrp="1"/>
          </p:cNvSpPr>
          <p:nvPr>
            <p:ph type="title"/>
          </p:nvPr>
        </p:nvSpPr>
        <p:spPr>
          <a:xfrm>
            <a:off x="731520" y="548640"/>
            <a:ext cx="16642200" cy="7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900" tIns="182900" rIns="182900" bIns="182900" anchor="t" anchorCtr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5" name="Google Shape;195;p22"/>
          <p:cNvSpPr txBox="1">
            <a:spLocks noGrp="1"/>
          </p:cNvSpPr>
          <p:nvPr>
            <p:ph type="subTitle" idx="9"/>
          </p:nvPr>
        </p:nvSpPr>
        <p:spPr>
          <a:xfrm>
            <a:off x="731520" y="1311736"/>
            <a:ext cx="16689600" cy="7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900" tIns="182900" rIns="182900" bIns="182900" anchor="t" anchorCtr="0">
            <a:noAutofit/>
          </a:bodyPr>
          <a:lstStyle>
            <a:lvl1pPr lv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3600"/>
              <a:buNone/>
              <a:defRPr>
                <a:solidFill>
                  <a:srgbClr val="5B5B5B"/>
                </a:solidFill>
              </a:defRPr>
            </a:lvl1pPr>
            <a:lvl2pPr lvl="1" algn="l">
              <a:lnSpc>
                <a:spcPct val="114000"/>
              </a:lnSpc>
              <a:spcBef>
                <a:spcPts val="2000"/>
              </a:spcBef>
              <a:spcAft>
                <a:spcPts val="0"/>
              </a:spcAft>
              <a:buClr>
                <a:srgbClr val="5B5B5B"/>
              </a:buClr>
              <a:buSzPts val="3600"/>
              <a:buNone/>
              <a:defRPr>
                <a:solidFill>
                  <a:srgbClr val="5B5B5B"/>
                </a:solidFill>
              </a:defRPr>
            </a:lvl2pPr>
            <a:lvl3pPr lvl="2" algn="l">
              <a:lnSpc>
                <a:spcPct val="114000"/>
              </a:lnSpc>
              <a:spcBef>
                <a:spcPts val="2000"/>
              </a:spcBef>
              <a:spcAft>
                <a:spcPts val="0"/>
              </a:spcAft>
              <a:buClr>
                <a:srgbClr val="5B5B5B"/>
              </a:buClr>
              <a:buSzPts val="2800"/>
              <a:buNone/>
              <a:defRPr>
                <a:solidFill>
                  <a:srgbClr val="5B5B5B"/>
                </a:solidFill>
              </a:defRPr>
            </a:lvl3pPr>
            <a:lvl4pPr lvl="3" algn="l">
              <a:lnSpc>
                <a:spcPct val="114000"/>
              </a:lnSpc>
              <a:spcBef>
                <a:spcPts val="2000"/>
              </a:spcBef>
              <a:spcAft>
                <a:spcPts val="0"/>
              </a:spcAft>
              <a:buClr>
                <a:srgbClr val="5B5B5B"/>
              </a:buClr>
              <a:buSzPts val="2800"/>
              <a:buNone/>
              <a:defRPr>
                <a:solidFill>
                  <a:srgbClr val="5B5B5B"/>
                </a:solidFill>
              </a:defRPr>
            </a:lvl4pPr>
            <a:lvl5pPr lvl="4" algn="l">
              <a:lnSpc>
                <a:spcPct val="114000"/>
              </a:lnSpc>
              <a:spcBef>
                <a:spcPts val="2000"/>
              </a:spcBef>
              <a:spcAft>
                <a:spcPts val="0"/>
              </a:spcAft>
              <a:buClr>
                <a:srgbClr val="5B5B5B"/>
              </a:buClr>
              <a:buSzPts val="2800"/>
              <a:buNone/>
              <a:defRPr>
                <a:solidFill>
                  <a:srgbClr val="5B5B5B"/>
                </a:solidFill>
              </a:defRPr>
            </a:lvl5pPr>
            <a:lvl6pPr lvl="5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5B5B5B"/>
              </a:buClr>
              <a:buSzPts val="2800"/>
              <a:buNone/>
              <a:defRPr>
                <a:solidFill>
                  <a:srgbClr val="5B5B5B"/>
                </a:solidFill>
              </a:defRPr>
            </a:lvl6pPr>
            <a:lvl7pPr lvl="6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5B5B5B"/>
              </a:buClr>
              <a:buSzPts val="2800"/>
              <a:buNone/>
              <a:defRPr>
                <a:solidFill>
                  <a:srgbClr val="5B5B5B"/>
                </a:solidFill>
              </a:defRPr>
            </a:lvl7pPr>
            <a:lvl8pPr lvl="7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5B5B5B"/>
              </a:buClr>
              <a:buSzPts val="2800"/>
              <a:buNone/>
              <a:defRPr>
                <a:solidFill>
                  <a:srgbClr val="5B5B5B"/>
                </a:solidFill>
              </a:defRPr>
            </a:lvl8pPr>
            <a:lvl9pPr lvl="8" algn="l">
              <a:lnSpc>
                <a:spcPct val="90000"/>
              </a:lnSpc>
              <a:spcBef>
                <a:spcPts val="2000"/>
              </a:spcBef>
              <a:spcAft>
                <a:spcPts val="2000"/>
              </a:spcAft>
              <a:buClr>
                <a:srgbClr val="5B5B5B"/>
              </a:buClr>
              <a:buSzPts val="2800"/>
              <a:buNone/>
              <a:defRPr>
                <a:solidFill>
                  <a:srgbClr val="5B5B5B"/>
                </a:solidFill>
              </a:defRPr>
            </a:lvl9pPr>
          </a:lstStyle>
          <a:p>
            <a:endParaRPr/>
          </a:p>
        </p:txBody>
      </p:sp>
      <p:sp>
        <p:nvSpPr>
          <p:cNvPr id="196" name="Google Shape;196;p22"/>
          <p:cNvSpPr/>
          <p:nvPr/>
        </p:nvSpPr>
        <p:spPr>
          <a:xfrm>
            <a:off x="0" y="687611"/>
            <a:ext cx="274200" cy="73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182900" tIns="182900" rIns="182900" bIns="1829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endParaRPr sz="3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22"/>
          <p:cNvSpPr/>
          <p:nvPr/>
        </p:nvSpPr>
        <p:spPr>
          <a:xfrm>
            <a:off x="1321302" y="9733832"/>
            <a:ext cx="3362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929292"/>
                </a:solidFill>
              </a:rPr>
              <a:t>© 2026 Snowflake Inc. All Rights Reserved</a:t>
            </a:r>
            <a:endParaRPr sz="1200">
              <a:solidFill>
                <a:srgbClr val="929292"/>
              </a:solidFill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plit Layout">
  <p:cSld name="Split Layout"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3"/>
          <p:cNvSpPr/>
          <p:nvPr/>
        </p:nvSpPr>
        <p:spPr>
          <a:xfrm>
            <a:off x="9350320" y="0"/>
            <a:ext cx="8937600" cy="10287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</a:pPr>
            <a:endParaRPr sz="7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23"/>
          <p:cNvSpPr/>
          <p:nvPr/>
        </p:nvSpPr>
        <p:spPr>
          <a:xfrm>
            <a:off x="914390" y="9692640"/>
            <a:ext cx="270499" cy="257175"/>
          </a:xfrm>
          <a:custGeom>
            <a:avLst/>
            <a:gdLst/>
            <a:ahLst/>
            <a:cxnLst/>
            <a:rect l="l" t="t" r="r" b="b"/>
            <a:pathLst>
              <a:path w="5409981" h="5143500" extrusionOk="0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23"/>
          <p:cNvSpPr/>
          <p:nvPr/>
        </p:nvSpPr>
        <p:spPr>
          <a:xfrm>
            <a:off x="1321302" y="9733832"/>
            <a:ext cx="3362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929292"/>
                </a:solidFill>
              </a:rPr>
              <a:t>© 2026 Snowflake Inc. All Rights Reserved</a:t>
            </a:r>
            <a:endParaRPr sz="1200">
              <a:solidFill>
                <a:srgbClr val="929292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SzPts val="1200"/>
              <a:buFont typeface="Arial"/>
              <a:buNone/>
            </a:pPr>
            <a:endParaRPr sz="1200">
              <a:solidFill>
                <a:srgbClr val="929292"/>
              </a:solidFill>
            </a:endParaRPr>
          </a:p>
        </p:txBody>
      </p:sp>
      <p:sp>
        <p:nvSpPr>
          <p:cNvPr id="202" name="Google Shape;202;p23"/>
          <p:cNvSpPr txBox="1"/>
          <p:nvPr/>
        </p:nvSpPr>
        <p:spPr>
          <a:xfrm>
            <a:off x="16653751" y="9650985"/>
            <a:ext cx="11334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i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23"/>
          <p:cNvSpPr txBox="1">
            <a:spLocks noGrp="1"/>
          </p:cNvSpPr>
          <p:nvPr>
            <p:ph type="body" idx="1"/>
          </p:nvPr>
        </p:nvSpPr>
        <p:spPr>
          <a:xfrm>
            <a:off x="914400" y="3089276"/>
            <a:ext cx="8001000" cy="63216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txBody>
          <a:bodyPr spcFirstLastPara="1" wrap="square" lIns="91450" tIns="45700" rIns="91450" bIns="45700" anchor="t" anchorCtr="0">
            <a:no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3600"/>
              <a:buNone/>
              <a:defRPr/>
            </a:lvl1pPr>
            <a:lvl2pPr marL="914400" lvl="1" indent="-342900" algn="l">
              <a:lnSpc>
                <a:spcPct val="114000"/>
              </a:lnSpc>
              <a:spcBef>
                <a:spcPts val="20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4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14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14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4" name="Google Shape;204;p23"/>
          <p:cNvSpPr txBox="1">
            <a:spLocks noGrp="1"/>
          </p:cNvSpPr>
          <p:nvPr>
            <p:ph type="body" idx="2"/>
          </p:nvPr>
        </p:nvSpPr>
        <p:spPr>
          <a:xfrm>
            <a:off x="10051366" y="3089276"/>
            <a:ext cx="7629000" cy="632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900" tIns="45700" rIns="91450" bIns="45700" anchor="t" anchorCtr="0">
            <a:no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1pPr>
            <a:lvl2pPr marL="914400" lvl="1" indent="-457200" algn="l">
              <a:lnSpc>
                <a:spcPct val="114000"/>
              </a:lnSpc>
              <a:spcBef>
                <a:spcPts val="2000"/>
              </a:spcBef>
              <a:spcAft>
                <a:spcPts val="0"/>
              </a:spcAft>
              <a:buSzPts val="3600"/>
              <a:buChar char="•"/>
              <a:defRPr>
                <a:solidFill>
                  <a:schemeClr val="lt1"/>
                </a:solidFill>
              </a:defRPr>
            </a:lvl2pPr>
            <a:lvl3pPr marL="1371600" lvl="2" indent="-419100" algn="l">
              <a:lnSpc>
                <a:spcPct val="114000"/>
              </a:lnSpc>
              <a:spcBef>
                <a:spcPts val="1200"/>
              </a:spcBef>
              <a:spcAft>
                <a:spcPts val="0"/>
              </a:spcAft>
              <a:buSzPts val="3000"/>
              <a:buChar char="•"/>
              <a:defRPr>
                <a:solidFill>
                  <a:schemeClr val="lt1"/>
                </a:solidFill>
              </a:defRPr>
            </a:lvl3pPr>
            <a:lvl4pPr marL="1828800" lvl="3" indent="-406400" algn="l">
              <a:lnSpc>
                <a:spcPct val="114000"/>
              </a:lnSpc>
              <a:spcBef>
                <a:spcPts val="1200"/>
              </a:spcBef>
              <a:spcAft>
                <a:spcPts val="0"/>
              </a:spcAft>
              <a:buSzPts val="2800"/>
              <a:buChar char="•"/>
              <a:defRPr>
                <a:solidFill>
                  <a:schemeClr val="lt1"/>
                </a:solidFill>
              </a:defRPr>
            </a:lvl4pPr>
            <a:lvl5pPr marL="2286000" lvl="4" indent="-406400" algn="l">
              <a:lnSpc>
                <a:spcPct val="114000"/>
              </a:lnSpc>
              <a:spcBef>
                <a:spcPts val="1200"/>
              </a:spcBef>
              <a:spcAft>
                <a:spcPts val="0"/>
              </a:spcAft>
              <a:buSzPts val="28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5" name="Google Shape;205;p23"/>
          <p:cNvSpPr/>
          <p:nvPr/>
        </p:nvSpPr>
        <p:spPr>
          <a:xfrm>
            <a:off x="0" y="687611"/>
            <a:ext cx="274200" cy="73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182900" tIns="182900" rIns="182900" bIns="1829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endParaRPr sz="3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23"/>
          <p:cNvSpPr txBox="1">
            <a:spLocks noGrp="1"/>
          </p:cNvSpPr>
          <p:nvPr>
            <p:ph type="title"/>
          </p:nvPr>
        </p:nvSpPr>
        <p:spPr>
          <a:xfrm>
            <a:off x="731520" y="548640"/>
            <a:ext cx="8182800" cy="7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900" tIns="182900" rIns="182900" bIns="182900" anchor="t" anchorCtr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7" name="Google Shape;207;p23"/>
          <p:cNvSpPr txBox="1">
            <a:spLocks noGrp="1"/>
          </p:cNvSpPr>
          <p:nvPr>
            <p:ph type="subTitle" idx="3"/>
          </p:nvPr>
        </p:nvSpPr>
        <p:spPr>
          <a:xfrm>
            <a:off x="731520" y="1311736"/>
            <a:ext cx="8206200" cy="7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900" tIns="182900" rIns="182900" bIns="182900" anchor="t" anchorCtr="0">
            <a:noAutofit/>
          </a:bodyPr>
          <a:lstStyle>
            <a:lvl1pPr lv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3600"/>
              <a:buNone/>
              <a:defRPr>
                <a:solidFill>
                  <a:srgbClr val="5B5B5B"/>
                </a:solidFill>
              </a:defRPr>
            </a:lvl1pPr>
            <a:lvl2pPr lvl="1" algn="l">
              <a:lnSpc>
                <a:spcPct val="114000"/>
              </a:lnSpc>
              <a:spcBef>
                <a:spcPts val="2000"/>
              </a:spcBef>
              <a:spcAft>
                <a:spcPts val="0"/>
              </a:spcAft>
              <a:buClr>
                <a:srgbClr val="5B5B5B"/>
              </a:buClr>
              <a:buSzPts val="3600"/>
              <a:buNone/>
              <a:defRPr>
                <a:solidFill>
                  <a:srgbClr val="5B5B5B"/>
                </a:solidFill>
              </a:defRPr>
            </a:lvl2pPr>
            <a:lvl3pPr lvl="2" algn="l">
              <a:lnSpc>
                <a:spcPct val="114000"/>
              </a:lnSpc>
              <a:spcBef>
                <a:spcPts val="2000"/>
              </a:spcBef>
              <a:spcAft>
                <a:spcPts val="0"/>
              </a:spcAft>
              <a:buClr>
                <a:srgbClr val="5B5B5B"/>
              </a:buClr>
              <a:buSzPts val="2800"/>
              <a:buNone/>
              <a:defRPr>
                <a:solidFill>
                  <a:srgbClr val="5B5B5B"/>
                </a:solidFill>
              </a:defRPr>
            </a:lvl3pPr>
            <a:lvl4pPr lvl="3" algn="l">
              <a:lnSpc>
                <a:spcPct val="114000"/>
              </a:lnSpc>
              <a:spcBef>
                <a:spcPts val="2000"/>
              </a:spcBef>
              <a:spcAft>
                <a:spcPts val="0"/>
              </a:spcAft>
              <a:buClr>
                <a:srgbClr val="5B5B5B"/>
              </a:buClr>
              <a:buSzPts val="2800"/>
              <a:buNone/>
              <a:defRPr>
                <a:solidFill>
                  <a:srgbClr val="5B5B5B"/>
                </a:solidFill>
              </a:defRPr>
            </a:lvl4pPr>
            <a:lvl5pPr lvl="4" algn="l">
              <a:lnSpc>
                <a:spcPct val="114000"/>
              </a:lnSpc>
              <a:spcBef>
                <a:spcPts val="2000"/>
              </a:spcBef>
              <a:spcAft>
                <a:spcPts val="0"/>
              </a:spcAft>
              <a:buClr>
                <a:srgbClr val="5B5B5B"/>
              </a:buClr>
              <a:buSzPts val="2800"/>
              <a:buNone/>
              <a:defRPr>
                <a:solidFill>
                  <a:srgbClr val="5B5B5B"/>
                </a:solidFill>
              </a:defRPr>
            </a:lvl5pPr>
            <a:lvl6pPr lvl="5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5B5B5B"/>
              </a:buClr>
              <a:buSzPts val="2800"/>
              <a:buNone/>
              <a:defRPr>
                <a:solidFill>
                  <a:srgbClr val="5B5B5B"/>
                </a:solidFill>
              </a:defRPr>
            </a:lvl6pPr>
            <a:lvl7pPr lvl="6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5B5B5B"/>
              </a:buClr>
              <a:buSzPts val="2800"/>
              <a:buNone/>
              <a:defRPr>
                <a:solidFill>
                  <a:srgbClr val="5B5B5B"/>
                </a:solidFill>
              </a:defRPr>
            </a:lvl7pPr>
            <a:lvl8pPr lvl="7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5B5B5B"/>
              </a:buClr>
              <a:buSzPts val="2800"/>
              <a:buNone/>
              <a:defRPr>
                <a:solidFill>
                  <a:srgbClr val="5B5B5B"/>
                </a:solidFill>
              </a:defRPr>
            </a:lvl8pPr>
            <a:lvl9pPr lvl="8" algn="l">
              <a:lnSpc>
                <a:spcPct val="90000"/>
              </a:lnSpc>
              <a:spcBef>
                <a:spcPts val="2000"/>
              </a:spcBef>
              <a:spcAft>
                <a:spcPts val="2000"/>
              </a:spcAft>
              <a:buClr>
                <a:srgbClr val="5B5B5B"/>
              </a:buClr>
              <a:buSzPts val="2800"/>
              <a:buNone/>
              <a:defRPr>
                <a:solidFill>
                  <a:srgbClr val="5B5B5B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 You">
  <p:cSld name="Thank You 01_1">
    <p:bg>
      <p:bgPr>
        <a:solidFill>
          <a:schemeClr val="accent1"/>
        </a:solidFill>
        <a:effectLst/>
      </p:bgPr>
    </p:bg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5"/>
          <p:cNvSpPr/>
          <p:nvPr/>
        </p:nvSpPr>
        <p:spPr>
          <a:xfrm>
            <a:off x="914390" y="9692640"/>
            <a:ext cx="270499" cy="257175"/>
          </a:xfrm>
          <a:custGeom>
            <a:avLst/>
            <a:gdLst/>
            <a:ahLst/>
            <a:cxnLst/>
            <a:rect l="l" t="t" r="r" b="b"/>
            <a:pathLst>
              <a:path w="5409981" h="5143500" extrusionOk="0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25"/>
          <p:cNvSpPr/>
          <p:nvPr/>
        </p:nvSpPr>
        <p:spPr>
          <a:xfrm>
            <a:off x="1321302" y="9733832"/>
            <a:ext cx="3362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rPr lang="en-US" sz="1200">
                <a:solidFill>
                  <a:schemeClr val="lt1"/>
                </a:solidFill>
              </a:rPr>
              <a:t>© 2026 Snowflake Inc. All Rights Reserved</a:t>
            </a:r>
            <a:endParaRPr sz="1200">
              <a:solidFill>
                <a:schemeClr val="lt1"/>
              </a:solidFill>
            </a:endParaRPr>
          </a:p>
        </p:txBody>
      </p:sp>
      <p:sp>
        <p:nvSpPr>
          <p:cNvPr id="220" name="Google Shape;220;p25"/>
          <p:cNvSpPr/>
          <p:nvPr/>
        </p:nvSpPr>
        <p:spPr>
          <a:xfrm rot="2700000">
            <a:off x="14001291" y="7437476"/>
            <a:ext cx="505723" cy="5052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50" tIns="91450" rIns="91450" bIns="914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pic>
        <p:nvPicPr>
          <p:cNvPr id="221" name="Google Shape;221;p25" title="swt25-cloud-06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4364362" y="5806902"/>
            <a:ext cx="3749724" cy="21421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25" title="swt25-cloud-06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121371" y="6944385"/>
            <a:ext cx="2893138" cy="1652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25" title="swt25-cloud-06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2588521" y="5554847"/>
            <a:ext cx="2098596" cy="11989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5" title="sno25-swt-vignettes-r7-rgb_right-corner-2.png"/>
          <p:cNvPicPr preferRelativeResize="0"/>
          <p:nvPr/>
        </p:nvPicPr>
        <p:blipFill rotWithShape="1">
          <a:blip r:embed="rId3">
            <a:alphaModFix/>
          </a:blip>
          <a:srcRect l="4271" r="4271"/>
          <a:stretch/>
        </p:blipFill>
        <p:spPr>
          <a:xfrm>
            <a:off x="8215349" y="4463100"/>
            <a:ext cx="10072648" cy="5823897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5"/>
          <p:cNvSpPr txBox="1">
            <a:spLocks noGrp="1"/>
          </p:cNvSpPr>
          <p:nvPr>
            <p:ph type="ctrTitle"/>
          </p:nvPr>
        </p:nvSpPr>
        <p:spPr>
          <a:xfrm>
            <a:off x="705200" y="2313250"/>
            <a:ext cx="11167800" cy="298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900" tIns="45700" rIns="91450" bIns="0" anchor="b" anchorCtr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Arial"/>
              <a:buNone/>
              <a:defRPr sz="80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92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ulti-use layout w/ 2-Line Title_image">
  <p:cSld name="Multi-use layout w/ 2-Line Title_image"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6"/>
          <p:cNvSpPr/>
          <p:nvPr/>
        </p:nvSpPr>
        <p:spPr>
          <a:xfrm>
            <a:off x="914390" y="9692640"/>
            <a:ext cx="270499" cy="257175"/>
          </a:xfrm>
          <a:custGeom>
            <a:avLst/>
            <a:gdLst/>
            <a:ahLst/>
            <a:cxnLst/>
            <a:rect l="l" t="t" r="r" b="b"/>
            <a:pathLst>
              <a:path w="5409981" h="5143500" extrusionOk="0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26"/>
          <p:cNvSpPr/>
          <p:nvPr/>
        </p:nvSpPr>
        <p:spPr>
          <a:xfrm>
            <a:off x="1321302" y="9733832"/>
            <a:ext cx="3362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929292"/>
                </a:solidFill>
              </a:rPr>
              <a:t>© 2026 Snowflake Inc. All Rights Reserved</a:t>
            </a:r>
            <a:endParaRPr sz="1200">
              <a:solidFill>
                <a:srgbClr val="929292"/>
              </a:solidFill>
            </a:endParaRPr>
          </a:p>
        </p:txBody>
      </p:sp>
      <p:sp>
        <p:nvSpPr>
          <p:cNvPr id="229" name="Google Shape;229;p26"/>
          <p:cNvSpPr txBox="1"/>
          <p:nvPr/>
        </p:nvSpPr>
        <p:spPr>
          <a:xfrm>
            <a:off x="16653751" y="9650985"/>
            <a:ext cx="11334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i="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i="0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26"/>
          <p:cNvSpPr txBox="1">
            <a:spLocks noGrp="1"/>
          </p:cNvSpPr>
          <p:nvPr>
            <p:ph type="body" idx="1"/>
          </p:nvPr>
        </p:nvSpPr>
        <p:spPr>
          <a:xfrm>
            <a:off x="9372600" y="2957241"/>
            <a:ext cx="8077200" cy="64536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txBody>
          <a:bodyPr spcFirstLastPara="1" wrap="square" lIns="91450" tIns="45700" rIns="91450" bIns="45700" anchor="t" anchorCtr="0">
            <a:no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3600"/>
              <a:buNone/>
              <a:defRPr/>
            </a:lvl1pPr>
            <a:lvl2pPr marL="914400" lvl="1" indent="-342900" algn="l">
              <a:lnSpc>
                <a:spcPct val="114000"/>
              </a:lnSpc>
              <a:spcBef>
                <a:spcPts val="20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4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14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14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1" name="Google Shape;231;p26"/>
          <p:cNvSpPr txBox="1">
            <a:spLocks noGrp="1"/>
          </p:cNvSpPr>
          <p:nvPr>
            <p:ph type="subTitle" idx="2"/>
          </p:nvPr>
        </p:nvSpPr>
        <p:spPr>
          <a:xfrm>
            <a:off x="731520" y="2246730"/>
            <a:ext cx="16689600" cy="7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900" tIns="182900" rIns="182900" bIns="182900" anchor="t" anchorCtr="0">
            <a:noAutofit/>
          </a:bodyPr>
          <a:lstStyle>
            <a:lvl1pPr lv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3600"/>
              <a:buNone/>
              <a:defRPr>
                <a:solidFill>
                  <a:srgbClr val="5B5B5B"/>
                </a:solidFill>
              </a:defRPr>
            </a:lvl1pPr>
            <a:lvl2pPr lvl="1" algn="l">
              <a:lnSpc>
                <a:spcPct val="114000"/>
              </a:lnSpc>
              <a:spcBef>
                <a:spcPts val="2000"/>
              </a:spcBef>
              <a:spcAft>
                <a:spcPts val="0"/>
              </a:spcAft>
              <a:buClr>
                <a:srgbClr val="5B5B5B"/>
              </a:buClr>
              <a:buSzPts val="3600"/>
              <a:buNone/>
              <a:defRPr>
                <a:solidFill>
                  <a:srgbClr val="5B5B5B"/>
                </a:solidFill>
              </a:defRPr>
            </a:lvl2pPr>
            <a:lvl3pPr lvl="2" algn="l">
              <a:lnSpc>
                <a:spcPct val="114000"/>
              </a:lnSpc>
              <a:spcBef>
                <a:spcPts val="2000"/>
              </a:spcBef>
              <a:spcAft>
                <a:spcPts val="0"/>
              </a:spcAft>
              <a:buClr>
                <a:srgbClr val="5B5B5B"/>
              </a:buClr>
              <a:buSzPts val="2800"/>
              <a:buNone/>
              <a:defRPr>
                <a:solidFill>
                  <a:srgbClr val="5B5B5B"/>
                </a:solidFill>
              </a:defRPr>
            </a:lvl3pPr>
            <a:lvl4pPr lvl="3" algn="l">
              <a:lnSpc>
                <a:spcPct val="114000"/>
              </a:lnSpc>
              <a:spcBef>
                <a:spcPts val="2000"/>
              </a:spcBef>
              <a:spcAft>
                <a:spcPts val="0"/>
              </a:spcAft>
              <a:buClr>
                <a:srgbClr val="5B5B5B"/>
              </a:buClr>
              <a:buSzPts val="2800"/>
              <a:buNone/>
              <a:defRPr>
                <a:solidFill>
                  <a:srgbClr val="5B5B5B"/>
                </a:solidFill>
              </a:defRPr>
            </a:lvl4pPr>
            <a:lvl5pPr lvl="4" algn="l">
              <a:lnSpc>
                <a:spcPct val="114000"/>
              </a:lnSpc>
              <a:spcBef>
                <a:spcPts val="2000"/>
              </a:spcBef>
              <a:spcAft>
                <a:spcPts val="0"/>
              </a:spcAft>
              <a:buClr>
                <a:srgbClr val="5B5B5B"/>
              </a:buClr>
              <a:buSzPts val="2800"/>
              <a:buNone/>
              <a:defRPr>
                <a:solidFill>
                  <a:srgbClr val="5B5B5B"/>
                </a:solidFill>
              </a:defRPr>
            </a:lvl5pPr>
            <a:lvl6pPr lvl="5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5B5B5B"/>
              </a:buClr>
              <a:buSzPts val="2800"/>
              <a:buNone/>
              <a:defRPr>
                <a:solidFill>
                  <a:srgbClr val="5B5B5B"/>
                </a:solidFill>
              </a:defRPr>
            </a:lvl6pPr>
            <a:lvl7pPr lvl="6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5B5B5B"/>
              </a:buClr>
              <a:buSzPts val="2800"/>
              <a:buNone/>
              <a:defRPr>
                <a:solidFill>
                  <a:srgbClr val="5B5B5B"/>
                </a:solidFill>
              </a:defRPr>
            </a:lvl7pPr>
            <a:lvl8pPr lvl="7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5B5B5B"/>
              </a:buClr>
              <a:buSzPts val="2800"/>
              <a:buNone/>
              <a:defRPr>
                <a:solidFill>
                  <a:srgbClr val="5B5B5B"/>
                </a:solidFill>
              </a:defRPr>
            </a:lvl8pPr>
            <a:lvl9pPr lvl="8" algn="l">
              <a:lnSpc>
                <a:spcPct val="90000"/>
              </a:lnSpc>
              <a:spcBef>
                <a:spcPts val="2000"/>
              </a:spcBef>
              <a:spcAft>
                <a:spcPts val="2000"/>
              </a:spcAft>
              <a:buClr>
                <a:srgbClr val="5B5B5B"/>
              </a:buClr>
              <a:buSzPts val="2800"/>
              <a:buNone/>
              <a:defRPr>
                <a:solidFill>
                  <a:srgbClr val="5B5B5B"/>
                </a:solidFill>
              </a:defRPr>
            </a:lvl9pPr>
          </a:lstStyle>
          <a:p>
            <a:endParaRPr/>
          </a:p>
        </p:txBody>
      </p:sp>
      <p:sp>
        <p:nvSpPr>
          <p:cNvPr id="232" name="Google Shape;232;p26"/>
          <p:cNvSpPr txBox="1">
            <a:spLocks noGrp="1"/>
          </p:cNvSpPr>
          <p:nvPr>
            <p:ph type="title"/>
          </p:nvPr>
        </p:nvSpPr>
        <p:spPr>
          <a:xfrm>
            <a:off x="731520" y="548640"/>
            <a:ext cx="16642200" cy="7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900" tIns="182900" rIns="182900" bIns="182900" anchor="t" anchorCtr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3" name="Google Shape;233;p26"/>
          <p:cNvSpPr/>
          <p:nvPr/>
        </p:nvSpPr>
        <p:spPr>
          <a:xfrm>
            <a:off x="0" y="687610"/>
            <a:ext cx="274200" cy="1539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182900" tIns="182900" rIns="182900" bIns="1829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endParaRPr sz="3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ulti-use layout w/ Dotted Lines 01">
  <p:cSld name="Multi-use layout w/ Dotted Lines 01"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5" name="Google Shape;235;p27"/>
          <p:cNvGrpSpPr/>
          <p:nvPr/>
        </p:nvGrpSpPr>
        <p:grpSpPr>
          <a:xfrm>
            <a:off x="7" y="7523906"/>
            <a:ext cx="18287993" cy="2743129"/>
            <a:chOff x="-10" y="3735321"/>
            <a:chExt cx="9139427" cy="1408177"/>
          </a:xfrm>
        </p:grpSpPr>
        <p:pic>
          <p:nvPicPr>
            <p:cNvPr id="236" name="Google Shape;236;p27"/>
            <p:cNvPicPr preferRelativeResize="0"/>
            <p:nvPr/>
          </p:nvPicPr>
          <p:blipFill rotWithShape="1">
            <a:blip r:embed="rId2">
              <a:alphaModFix amt="29000"/>
            </a:blip>
            <a:srcRect t="140" b="140"/>
            <a:stretch/>
          </p:blipFill>
          <p:spPr>
            <a:xfrm>
              <a:off x="-10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7" name="Google Shape;237;p27"/>
            <p:cNvPicPr preferRelativeResize="0"/>
            <p:nvPr/>
          </p:nvPicPr>
          <p:blipFill rotWithShape="1">
            <a:blip r:embed="rId3">
              <a:alphaModFix amt="29000"/>
            </a:blip>
            <a:srcRect t="140" b="140"/>
            <a:stretch/>
          </p:blipFill>
          <p:spPr>
            <a:xfrm>
              <a:off x="3049515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8" name="Google Shape;238;p27"/>
            <p:cNvPicPr preferRelativeResize="0"/>
            <p:nvPr/>
          </p:nvPicPr>
          <p:blipFill rotWithShape="1">
            <a:blip r:embed="rId4">
              <a:alphaModFix amt="29000"/>
            </a:blip>
            <a:srcRect t="140" b="140"/>
            <a:stretch/>
          </p:blipFill>
          <p:spPr>
            <a:xfrm>
              <a:off x="6094465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39" name="Google Shape;239;p27"/>
          <p:cNvSpPr/>
          <p:nvPr/>
        </p:nvSpPr>
        <p:spPr>
          <a:xfrm>
            <a:off x="914390" y="9692640"/>
            <a:ext cx="270499" cy="257175"/>
          </a:xfrm>
          <a:custGeom>
            <a:avLst/>
            <a:gdLst/>
            <a:ahLst/>
            <a:cxnLst/>
            <a:rect l="l" t="t" r="r" b="b"/>
            <a:pathLst>
              <a:path w="5409981" h="5143500" extrusionOk="0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27"/>
          <p:cNvSpPr/>
          <p:nvPr/>
        </p:nvSpPr>
        <p:spPr>
          <a:xfrm>
            <a:off x="1321302" y="9733832"/>
            <a:ext cx="3362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929292"/>
                </a:solidFill>
              </a:rPr>
              <a:t>© 2026 Snowflake Inc. All Rights Reserved</a:t>
            </a:r>
            <a:endParaRPr sz="1200">
              <a:solidFill>
                <a:srgbClr val="929292"/>
              </a:solidFill>
            </a:endParaRPr>
          </a:p>
        </p:txBody>
      </p:sp>
      <p:sp>
        <p:nvSpPr>
          <p:cNvPr id="241" name="Google Shape;241;p27"/>
          <p:cNvSpPr txBox="1"/>
          <p:nvPr/>
        </p:nvSpPr>
        <p:spPr>
          <a:xfrm>
            <a:off x="16653751" y="9650985"/>
            <a:ext cx="11334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i="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i="0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27"/>
          <p:cNvSpPr txBox="1">
            <a:spLocks noGrp="1"/>
          </p:cNvSpPr>
          <p:nvPr>
            <p:ph type="title"/>
          </p:nvPr>
        </p:nvSpPr>
        <p:spPr>
          <a:xfrm>
            <a:off x="731520" y="548640"/>
            <a:ext cx="16642200" cy="7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900" tIns="182900" rIns="182900" bIns="182900" anchor="t" anchorCtr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3" name="Google Shape;243;p27"/>
          <p:cNvSpPr txBox="1">
            <a:spLocks noGrp="1"/>
          </p:cNvSpPr>
          <p:nvPr>
            <p:ph type="subTitle" idx="1"/>
          </p:nvPr>
        </p:nvSpPr>
        <p:spPr>
          <a:xfrm>
            <a:off x="731520" y="1311736"/>
            <a:ext cx="16689600" cy="7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900" tIns="182900" rIns="182900" bIns="182900" anchor="t" anchorCtr="0">
            <a:noAutofit/>
          </a:bodyPr>
          <a:lstStyle>
            <a:lvl1pPr lv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3600"/>
              <a:buNone/>
              <a:defRPr>
                <a:solidFill>
                  <a:srgbClr val="5B5B5B"/>
                </a:solidFill>
              </a:defRPr>
            </a:lvl1pPr>
            <a:lvl2pPr lvl="1" algn="l">
              <a:lnSpc>
                <a:spcPct val="114000"/>
              </a:lnSpc>
              <a:spcBef>
                <a:spcPts val="2000"/>
              </a:spcBef>
              <a:spcAft>
                <a:spcPts val="0"/>
              </a:spcAft>
              <a:buClr>
                <a:srgbClr val="5B5B5B"/>
              </a:buClr>
              <a:buSzPts val="3600"/>
              <a:buNone/>
              <a:defRPr>
                <a:solidFill>
                  <a:srgbClr val="5B5B5B"/>
                </a:solidFill>
              </a:defRPr>
            </a:lvl2pPr>
            <a:lvl3pPr lvl="2" algn="l">
              <a:lnSpc>
                <a:spcPct val="114000"/>
              </a:lnSpc>
              <a:spcBef>
                <a:spcPts val="2000"/>
              </a:spcBef>
              <a:spcAft>
                <a:spcPts val="0"/>
              </a:spcAft>
              <a:buClr>
                <a:srgbClr val="5B5B5B"/>
              </a:buClr>
              <a:buSzPts val="2800"/>
              <a:buNone/>
              <a:defRPr>
                <a:solidFill>
                  <a:srgbClr val="5B5B5B"/>
                </a:solidFill>
              </a:defRPr>
            </a:lvl3pPr>
            <a:lvl4pPr lvl="3" algn="l">
              <a:lnSpc>
                <a:spcPct val="114000"/>
              </a:lnSpc>
              <a:spcBef>
                <a:spcPts val="2000"/>
              </a:spcBef>
              <a:spcAft>
                <a:spcPts val="0"/>
              </a:spcAft>
              <a:buClr>
                <a:srgbClr val="5B5B5B"/>
              </a:buClr>
              <a:buSzPts val="2800"/>
              <a:buNone/>
              <a:defRPr>
                <a:solidFill>
                  <a:srgbClr val="5B5B5B"/>
                </a:solidFill>
              </a:defRPr>
            </a:lvl4pPr>
            <a:lvl5pPr lvl="4" algn="l">
              <a:lnSpc>
                <a:spcPct val="114000"/>
              </a:lnSpc>
              <a:spcBef>
                <a:spcPts val="2000"/>
              </a:spcBef>
              <a:spcAft>
                <a:spcPts val="0"/>
              </a:spcAft>
              <a:buClr>
                <a:srgbClr val="5B5B5B"/>
              </a:buClr>
              <a:buSzPts val="2800"/>
              <a:buNone/>
              <a:defRPr>
                <a:solidFill>
                  <a:srgbClr val="5B5B5B"/>
                </a:solidFill>
              </a:defRPr>
            </a:lvl5pPr>
            <a:lvl6pPr lvl="5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5B5B5B"/>
              </a:buClr>
              <a:buSzPts val="2800"/>
              <a:buNone/>
              <a:defRPr>
                <a:solidFill>
                  <a:srgbClr val="5B5B5B"/>
                </a:solidFill>
              </a:defRPr>
            </a:lvl6pPr>
            <a:lvl7pPr lvl="6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5B5B5B"/>
              </a:buClr>
              <a:buSzPts val="2800"/>
              <a:buNone/>
              <a:defRPr>
                <a:solidFill>
                  <a:srgbClr val="5B5B5B"/>
                </a:solidFill>
              </a:defRPr>
            </a:lvl7pPr>
            <a:lvl8pPr lvl="7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5B5B5B"/>
              </a:buClr>
              <a:buSzPts val="2800"/>
              <a:buNone/>
              <a:defRPr>
                <a:solidFill>
                  <a:srgbClr val="5B5B5B"/>
                </a:solidFill>
              </a:defRPr>
            </a:lvl8pPr>
            <a:lvl9pPr lvl="8" algn="l">
              <a:lnSpc>
                <a:spcPct val="90000"/>
              </a:lnSpc>
              <a:spcBef>
                <a:spcPts val="2000"/>
              </a:spcBef>
              <a:spcAft>
                <a:spcPts val="2000"/>
              </a:spcAft>
              <a:buClr>
                <a:srgbClr val="5B5B5B"/>
              </a:buClr>
              <a:buSzPts val="2800"/>
              <a:buNone/>
              <a:defRPr>
                <a:solidFill>
                  <a:srgbClr val="5B5B5B"/>
                </a:solidFill>
              </a:defRPr>
            </a:lvl9pPr>
          </a:lstStyle>
          <a:p>
            <a:endParaRPr/>
          </a:p>
        </p:txBody>
      </p:sp>
      <p:sp>
        <p:nvSpPr>
          <p:cNvPr id="244" name="Google Shape;244;p27"/>
          <p:cNvSpPr/>
          <p:nvPr/>
        </p:nvSpPr>
        <p:spPr>
          <a:xfrm>
            <a:off x="0" y="687611"/>
            <a:ext cx="274200" cy="73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182900" tIns="182900" rIns="182900" bIns="1829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endParaRPr sz="3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ulti-use layout w/ Dotted Lines 02">
  <p:cSld name="Multi-use layout w/ Dotted Lines 02"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6" name="Google Shape;246;p28"/>
          <p:cNvGrpSpPr/>
          <p:nvPr/>
        </p:nvGrpSpPr>
        <p:grpSpPr>
          <a:xfrm>
            <a:off x="1" y="8741153"/>
            <a:ext cx="18288002" cy="1545849"/>
            <a:chOff x="0" y="4370576"/>
            <a:chExt cx="9144001" cy="772925"/>
          </a:xfrm>
        </p:grpSpPr>
        <p:pic>
          <p:nvPicPr>
            <p:cNvPr id="247" name="Google Shape;247;p28"/>
            <p:cNvPicPr preferRelativeResize="0"/>
            <p:nvPr/>
          </p:nvPicPr>
          <p:blipFill rotWithShape="1">
            <a:blip r:embed="rId2">
              <a:alphaModFix amt="29000"/>
            </a:blip>
            <a:srcRect t="140" b="43664"/>
            <a:stretch/>
          </p:blipFill>
          <p:spPr>
            <a:xfrm>
              <a:off x="0" y="4370576"/>
              <a:ext cx="3046476" cy="7729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8" name="Google Shape;248;p28"/>
            <p:cNvPicPr preferRelativeResize="0"/>
            <p:nvPr/>
          </p:nvPicPr>
          <p:blipFill rotWithShape="1">
            <a:blip r:embed="rId3">
              <a:alphaModFix amt="29000"/>
            </a:blip>
            <a:srcRect t="140" b="43664"/>
            <a:stretch/>
          </p:blipFill>
          <p:spPr>
            <a:xfrm>
              <a:off x="3051050" y="4370576"/>
              <a:ext cx="3046476" cy="7729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9" name="Google Shape;249;p28"/>
            <p:cNvPicPr preferRelativeResize="0"/>
            <p:nvPr/>
          </p:nvPicPr>
          <p:blipFill rotWithShape="1">
            <a:blip r:embed="rId4">
              <a:alphaModFix amt="29000"/>
            </a:blip>
            <a:srcRect t="140" b="43664"/>
            <a:stretch/>
          </p:blipFill>
          <p:spPr>
            <a:xfrm>
              <a:off x="6097525" y="4370576"/>
              <a:ext cx="3046476" cy="7729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50" name="Google Shape;250;p28"/>
          <p:cNvSpPr/>
          <p:nvPr/>
        </p:nvSpPr>
        <p:spPr>
          <a:xfrm>
            <a:off x="914390" y="9692640"/>
            <a:ext cx="270499" cy="257175"/>
          </a:xfrm>
          <a:custGeom>
            <a:avLst/>
            <a:gdLst/>
            <a:ahLst/>
            <a:cxnLst/>
            <a:rect l="l" t="t" r="r" b="b"/>
            <a:pathLst>
              <a:path w="5409981" h="5143500" extrusionOk="0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28"/>
          <p:cNvSpPr/>
          <p:nvPr/>
        </p:nvSpPr>
        <p:spPr>
          <a:xfrm>
            <a:off x="1321302" y="9733832"/>
            <a:ext cx="3362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929292"/>
                </a:solidFill>
              </a:rPr>
              <a:t>© 2026 Snowflake Inc. All Rights Reserved</a:t>
            </a:r>
            <a:endParaRPr sz="1200">
              <a:solidFill>
                <a:srgbClr val="929292"/>
              </a:solidFill>
            </a:endParaRPr>
          </a:p>
        </p:txBody>
      </p:sp>
      <p:sp>
        <p:nvSpPr>
          <p:cNvPr id="252" name="Google Shape;252;p28"/>
          <p:cNvSpPr txBox="1"/>
          <p:nvPr/>
        </p:nvSpPr>
        <p:spPr>
          <a:xfrm>
            <a:off x="16653751" y="9650985"/>
            <a:ext cx="11334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i="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i="0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28"/>
          <p:cNvSpPr txBox="1">
            <a:spLocks noGrp="1"/>
          </p:cNvSpPr>
          <p:nvPr>
            <p:ph type="title"/>
          </p:nvPr>
        </p:nvSpPr>
        <p:spPr>
          <a:xfrm>
            <a:off x="731520" y="548640"/>
            <a:ext cx="16642200" cy="7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900" tIns="182900" rIns="182900" bIns="182900" anchor="t" anchorCtr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4" name="Google Shape;254;p28"/>
          <p:cNvSpPr txBox="1">
            <a:spLocks noGrp="1"/>
          </p:cNvSpPr>
          <p:nvPr>
            <p:ph type="subTitle" idx="1"/>
          </p:nvPr>
        </p:nvSpPr>
        <p:spPr>
          <a:xfrm>
            <a:off x="731520" y="1311736"/>
            <a:ext cx="16689600" cy="7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900" tIns="182900" rIns="182900" bIns="182900" anchor="t" anchorCtr="0">
            <a:noAutofit/>
          </a:bodyPr>
          <a:lstStyle>
            <a:lvl1pPr lv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3600"/>
              <a:buNone/>
              <a:defRPr>
                <a:solidFill>
                  <a:srgbClr val="5B5B5B"/>
                </a:solidFill>
              </a:defRPr>
            </a:lvl1pPr>
            <a:lvl2pPr lvl="1" algn="l">
              <a:lnSpc>
                <a:spcPct val="114000"/>
              </a:lnSpc>
              <a:spcBef>
                <a:spcPts val="2000"/>
              </a:spcBef>
              <a:spcAft>
                <a:spcPts val="0"/>
              </a:spcAft>
              <a:buClr>
                <a:srgbClr val="5B5B5B"/>
              </a:buClr>
              <a:buSzPts val="3600"/>
              <a:buNone/>
              <a:defRPr>
                <a:solidFill>
                  <a:srgbClr val="5B5B5B"/>
                </a:solidFill>
              </a:defRPr>
            </a:lvl2pPr>
            <a:lvl3pPr lvl="2" algn="l">
              <a:lnSpc>
                <a:spcPct val="114000"/>
              </a:lnSpc>
              <a:spcBef>
                <a:spcPts val="2000"/>
              </a:spcBef>
              <a:spcAft>
                <a:spcPts val="0"/>
              </a:spcAft>
              <a:buClr>
                <a:srgbClr val="5B5B5B"/>
              </a:buClr>
              <a:buSzPts val="2800"/>
              <a:buNone/>
              <a:defRPr>
                <a:solidFill>
                  <a:srgbClr val="5B5B5B"/>
                </a:solidFill>
              </a:defRPr>
            </a:lvl3pPr>
            <a:lvl4pPr lvl="3" algn="l">
              <a:lnSpc>
                <a:spcPct val="114000"/>
              </a:lnSpc>
              <a:spcBef>
                <a:spcPts val="2000"/>
              </a:spcBef>
              <a:spcAft>
                <a:spcPts val="0"/>
              </a:spcAft>
              <a:buClr>
                <a:srgbClr val="5B5B5B"/>
              </a:buClr>
              <a:buSzPts val="2800"/>
              <a:buNone/>
              <a:defRPr>
                <a:solidFill>
                  <a:srgbClr val="5B5B5B"/>
                </a:solidFill>
              </a:defRPr>
            </a:lvl4pPr>
            <a:lvl5pPr lvl="4" algn="l">
              <a:lnSpc>
                <a:spcPct val="114000"/>
              </a:lnSpc>
              <a:spcBef>
                <a:spcPts val="2000"/>
              </a:spcBef>
              <a:spcAft>
                <a:spcPts val="0"/>
              </a:spcAft>
              <a:buClr>
                <a:srgbClr val="5B5B5B"/>
              </a:buClr>
              <a:buSzPts val="2800"/>
              <a:buNone/>
              <a:defRPr>
                <a:solidFill>
                  <a:srgbClr val="5B5B5B"/>
                </a:solidFill>
              </a:defRPr>
            </a:lvl5pPr>
            <a:lvl6pPr lvl="5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5B5B5B"/>
              </a:buClr>
              <a:buSzPts val="2800"/>
              <a:buNone/>
              <a:defRPr>
                <a:solidFill>
                  <a:srgbClr val="5B5B5B"/>
                </a:solidFill>
              </a:defRPr>
            </a:lvl6pPr>
            <a:lvl7pPr lvl="6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5B5B5B"/>
              </a:buClr>
              <a:buSzPts val="2800"/>
              <a:buNone/>
              <a:defRPr>
                <a:solidFill>
                  <a:srgbClr val="5B5B5B"/>
                </a:solidFill>
              </a:defRPr>
            </a:lvl7pPr>
            <a:lvl8pPr lvl="7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5B5B5B"/>
              </a:buClr>
              <a:buSzPts val="2800"/>
              <a:buNone/>
              <a:defRPr>
                <a:solidFill>
                  <a:srgbClr val="5B5B5B"/>
                </a:solidFill>
              </a:defRPr>
            </a:lvl8pPr>
            <a:lvl9pPr lvl="8" algn="l">
              <a:lnSpc>
                <a:spcPct val="90000"/>
              </a:lnSpc>
              <a:spcBef>
                <a:spcPts val="2000"/>
              </a:spcBef>
              <a:spcAft>
                <a:spcPts val="2000"/>
              </a:spcAft>
              <a:buClr>
                <a:srgbClr val="5B5B5B"/>
              </a:buClr>
              <a:buSzPts val="2800"/>
              <a:buNone/>
              <a:defRPr>
                <a:solidFill>
                  <a:srgbClr val="5B5B5B"/>
                </a:solidFill>
              </a:defRPr>
            </a:lvl9pPr>
          </a:lstStyle>
          <a:p>
            <a:endParaRPr/>
          </a:p>
        </p:txBody>
      </p:sp>
      <p:sp>
        <p:nvSpPr>
          <p:cNvPr id="255" name="Google Shape;255;p28"/>
          <p:cNvSpPr/>
          <p:nvPr/>
        </p:nvSpPr>
        <p:spPr>
          <a:xfrm>
            <a:off x="0" y="687611"/>
            <a:ext cx="274200" cy="73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182900" tIns="182900" rIns="182900" bIns="1829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endParaRPr sz="3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ulti-use layout w/ Dotted Arrows">
  <p:cSld name="Multi-use layout w/ Dotted Arrows"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7" name="Google Shape;257;p29"/>
          <p:cNvPicPr preferRelativeResize="0"/>
          <p:nvPr/>
        </p:nvPicPr>
        <p:blipFill rotWithShape="1">
          <a:blip r:embed="rId2">
            <a:alphaModFix/>
          </a:blip>
          <a:srcRect l="22840"/>
          <a:stretch/>
        </p:blipFill>
        <p:spPr>
          <a:xfrm flipH="1">
            <a:off x="15564750" y="5871351"/>
            <a:ext cx="2736300" cy="3862446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29"/>
          <p:cNvSpPr/>
          <p:nvPr/>
        </p:nvSpPr>
        <p:spPr>
          <a:xfrm>
            <a:off x="914390" y="9692640"/>
            <a:ext cx="270499" cy="257175"/>
          </a:xfrm>
          <a:custGeom>
            <a:avLst/>
            <a:gdLst/>
            <a:ahLst/>
            <a:cxnLst/>
            <a:rect l="l" t="t" r="r" b="b"/>
            <a:pathLst>
              <a:path w="5409981" h="5143500" extrusionOk="0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29"/>
          <p:cNvSpPr/>
          <p:nvPr/>
        </p:nvSpPr>
        <p:spPr>
          <a:xfrm>
            <a:off x="1321302" y="9733832"/>
            <a:ext cx="3362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929292"/>
                </a:solidFill>
              </a:rPr>
              <a:t>© 2026 Snowflake Inc. All Rights Reserved</a:t>
            </a:r>
            <a:endParaRPr sz="1200">
              <a:solidFill>
                <a:srgbClr val="929292"/>
              </a:solidFill>
            </a:endParaRPr>
          </a:p>
        </p:txBody>
      </p:sp>
      <p:sp>
        <p:nvSpPr>
          <p:cNvPr id="260" name="Google Shape;260;p29"/>
          <p:cNvSpPr txBox="1"/>
          <p:nvPr/>
        </p:nvSpPr>
        <p:spPr>
          <a:xfrm>
            <a:off x="16653751" y="9650985"/>
            <a:ext cx="11334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i="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i="0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29"/>
          <p:cNvSpPr txBox="1">
            <a:spLocks noGrp="1"/>
          </p:cNvSpPr>
          <p:nvPr>
            <p:ph type="title"/>
          </p:nvPr>
        </p:nvSpPr>
        <p:spPr>
          <a:xfrm>
            <a:off x="731520" y="548640"/>
            <a:ext cx="16642200" cy="7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900" tIns="182900" rIns="182900" bIns="182900" anchor="t" anchorCtr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2" name="Google Shape;262;p29"/>
          <p:cNvSpPr txBox="1">
            <a:spLocks noGrp="1"/>
          </p:cNvSpPr>
          <p:nvPr>
            <p:ph type="subTitle" idx="1"/>
          </p:nvPr>
        </p:nvSpPr>
        <p:spPr>
          <a:xfrm>
            <a:off x="731520" y="1311736"/>
            <a:ext cx="16689600" cy="7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900" tIns="182900" rIns="182900" bIns="182900" anchor="t" anchorCtr="0">
            <a:noAutofit/>
          </a:bodyPr>
          <a:lstStyle>
            <a:lvl1pPr lv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3600"/>
              <a:buNone/>
              <a:defRPr>
                <a:solidFill>
                  <a:srgbClr val="5B5B5B"/>
                </a:solidFill>
              </a:defRPr>
            </a:lvl1pPr>
            <a:lvl2pPr lvl="1" algn="l">
              <a:lnSpc>
                <a:spcPct val="114000"/>
              </a:lnSpc>
              <a:spcBef>
                <a:spcPts val="2000"/>
              </a:spcBef>
              <a:spcAft>
                <a:spcPts val="0"/>
              </a:spcAft>
              <a:buClr>
                <a:srgbClr val="5B5B5B"/>
              </a:buClr>
              <a:buSzPts val="3600"/>
              <a:buNone/>
              <a:defRPr>
                <a:solidFill>
                  <a:srgbClr val="5B5B5B"/>
                </a:solidFill>
              </a:defRPr>
            </a:lvl2pPr>
            <a:lvl3pPr lvl="2" algn="l">
              <a:lnSpc>
                <a:spcPct val="114000"/>
              </a:lnSpc>
              <a:spcBef>
                <a:spcPts val="2000"/>
              </a:spcBef>
              <a:spcAft>
                <a:spcPts val="0"/>
              </a:spcAft>
              <a:buClr>
                <a:srgbClr val="5B5B5B"/>
              </a:buClr>
              <a:buSzPts val="2800"/>
              <a:buNone/>
              <a:defRPr>
                <a:solidFill>
                  <a:srgbClr val="5B5B5B"/>
                </a:solidFill>
              </a:defRPr>
            </a:lvl3pPr>
            <a:lvl4pPr lvl="3" algn="l">
              <a:lnSpc>
                <a:spcPct val="114000"/>
              </a:lnSpc>
              <a:spcBef>
                <a:spcPts val="2000"/>
              </a:spcBef>
              <a:spcAft>
                <a:spcPts val="0"/>
              </a:spcAft>
              <a:buClr>
                <a:srgbClr val="5B5B5B"/>
              </a:buClr>
              <a:buSzPts val="2800"/>
              <a:buNone/>
              <a:defRPr>
                <a:solidFill>
                  <a:srgbClr val="5B5B5B"/>
                </a:solidFill>
              </a:defRPr>
            </a:lvl4pPr>
            <a:lvl5pPr lvl="4" algn="l">
              <a:lnSpc>
                <a:spcPct val="114000"/>
              </a:lnSpc>
              <a:spcBef>
                <a:spcPts val="2000"/>
              </a:spcBef>
              <a:spcAft>
                <a:spcPts val="0"/>
              </a:spcAft>
              <a:buClr>
                <a:srgbClr val="5B5B5B"/>
              </a:buClr>
              <a:buSzPts val="2800"/>
              <a:buNone/>
              <a:defRPr>
                <a:solidFill>
                  <a:srgbClr val="5B5B5B"/>
                </a:solidFill>
              </a:defRPr>
            </a:lvl5pPr>
            <a:lvl6pPr lvl="5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5B5B5B"/>
              </a:buClr>
              <a:buSzPts val="2800"/>
              <a:buNone/>
              <a:defRPr>
                <a:solidFill>
                  <a:srgbClr val="5B5B5B"/>
                </a:solidFill>
              </a:defRPr>
            </a:lvl6pPr>
            <a:lvl7pPr lvl="6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5B5B5B"/>
              </a:buClr>
              <a:buSzPts val="2800"/>
              <a:buNone/>
              <a:defRPr>
                <a:solidFill>
                  <a:srgbClr val="5B5B5B"/>
                </a:solidFill>
              </a:defRPr>
            </a:lvl7pPr>
            <a:lvl8pPr lvl="7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5B5B5B"/>
              </a:buClr>
              <a:buSzPts val="2800"/>
              <a:buNone/>
              <a:defRPr>
                <a:solidFill>
                  <a:srgbClr val="5B5B5B"/>
                </a:solidFill>
              </a:defRPr>
            </a:lvl8pPr>
            <a:lvl9pPr lvl="8" algn="l">
              <a:lnSpc>
                <a:spcPct val="90000"/>
              </a:lnSpc>
              <a:spcBef>
                <a:spcPts val="2000"/>
              </a:spcBef>
              <a:spcAft>
                <a:spcPts val="2000"/>
              </a:spcAft>
              <a:buClr>
                <a:srgbClr val="5B5B5B"/>
              </a:buClr>
              <a:buSzPts val="2800"/>
              <a:buNone/>
              <a:defRPr>
                <a:solidFill>
                  <a:srgbClr val="5B5B5B"/>
                </a:solidFill>
              </a:defRPr>
            </a:lvl9pPr>
          </a:lstStyle>
          <a:p>
            <a:endParaRPr/>
          </a:p>
        </p:txBody>
      </p:sp>
      <p:sp>
        <p:nvSpPr>
          <p:cNvPr id="263" name="Google Shape;263;p29"/>
          <p:cNvSpPr/>
          <p:nvPr/>
        </p:nvSpPr>
        <p:spPr>
          <a:xfrm>
            <a:off x="0" y="687611"/>
            <a:ext cx="274200" cy="73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182900" tIns="182900" rIns="182900" bIns="1829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endParaRPr sz="3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ark Blue Left Bar">
  <p:cSld name="Dark Blue Left Bar"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0"/>
          <p:cNvSpPr/>
          <p:nvPr/>
        </p:nvSpPr>
        <p:spPr>
          <a:xfrm>
            <a:off x="0" y="0"/>
            <a:ext cx="5463000" cy="10287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</a:pPr>
            <a:endParaRPr sz="7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30"/>
          <p:cNvSpPr txBox="1"/>
          <p:nvPr/>
        </p:nvSpPr>
        <p:spPr>
          <a:xfrm>
            <a:off x="16653751" y="9650985"/>
            <a:ext cx="11334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i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30"/>
          <p:cNvSpPr txBox="1"/>
          <p:nvPr/>
        </p:nvSpPr>
        <p:spPr>
          <a:xfrm>
            <a:off x="16668499" y="9650985"/>
            <a:ext cx="11334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i="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i="0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30"/>
          <p:cNvSpPr txBox="1">
            <a:spLocks noGrp="1"/>
          </p:cNvSpPr>
          <p:nvPr>
            <p:ph type="body" idx="1"/>
          </p:nvPr>
        </p:nvSpPr>
        <p:spPr>
          <a:xfrm>
            <a:off x="914391" y="3054656"/>
            <a:ext cx="4267200" cy="58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900" tIns="45700" rIns="91450" bIns="45700" anchor="t" anchorCtr="0">
            <a:no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1pPr>
            <a:lvl2pPr marL="914400" lvl="1" indent="-457200" algn="l">
              <a:lnSpc>
                <a:spcPct val="114000"/>
              </a:lnSpc>
              <a:spcBef>
                <a:spcPts val="2000"/>
              </a:spcBef>
              <a:spcAft>
                <a:spcPts val="0"/>
              </a:spcAft>
              <a:buSzPts val="3600"/>
              <a:buChar char="•"/>
              <a:defRPr>
                <a:solidFill>
                  <a:schemeClr val="lt1"/>
                </a:solidFill>
              </a:defRPr>
            </a:lvl2pPr>
            <a:lvl3pPr marL="1371600" lvl="2" indent="-419100" algn="l">
              <a:lnSpc>
                <a:spcPct val="114000"/>
              </a:lnSpc>
              <a:spcBef>
                <a:spcPts val="1200"/>
              </a:spcBef>
              <a:spcAft>
                <a:spcPts val="0"/>
              </a:spcAft>
              <a:buSzPts val="3000"/>
              <a:buChar char="•"/>
              <a:defRPr>
                <a:solidFill>
                  <a:schemeClr val="lt1"/>
                </a:solidFill>
              </a:defRPr>
            </a:lvl3pPr>
            <a:lvl4pPr marL="1828800" lvl="3" indent="-406400" algn="l">
              <a:lnSpc>
                <a:spcPct val="114000"/>
              </a:lnSpc>
              <a:spcBef>
                <a:spcPts val="1200"/>
              </a:spcBef>
              <a:spcAft>
                <a:spcPts val="0"/>
              </a:spcAft>
              <a:buSzPts val="2800"/>
              <a:buChar char="•"/>
              <a:defRPr>
                <a:solidFill>
                  <a:schemeClr val="lt1"/>
                </a:solidFill>
              </a:defRPr>
            </a:lvl4pPr>
            <a:lvl5pPr marL="2286000" lvl="4" indent="-406400" algn="l">
              <a:lnSpc>
                <a:spcPct val="114000"/>
              </a:lnSpc>
              <a:spcBef>
                <a:spcPts val="1200"/>
              </a:spcBef>
              <a:spcAft>
                <a:spcPts val="0"/>
              </a:spcAft>
              <a:buSzPts val="28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9" name="Google Shape;269;p30"/>
          <p:cNvSpPr/>
          <p:nvPr/>
        </p:nvSpPr>
        <p:spPr>
          <a:xfrm>
            <a:off x="914390" y="9692640"/>
            <a:ext cx="270499" cy="257175"/>
          </a:xfrm>
          <a:custGeom>
            <a:avLst/>
            <a:gdLst/>
            <a:ahLst/>
            <a:cxnLst/>
            <a:rect l="l" t="t" r="r" b="b"/>
            <a:pathLst>
              <a:path w="5409981" h="5143500" extrusionOk="0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30"/>
          <p:cNvSpPr/>
          <p:nvPr/>
        </p:nvSpPr>
        <p:spPr>
          <a:xfrm>
            <a:off x="1321302" y="9733832"/>
            <a:ext cx="3362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rPr lang="en-US" sz="12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</a:t>
            </a:r>
            <a:r>
              <a:rPr lang="en-US" sz="1200">
                <a:solidFill>
                  <a:schemeClr val="lt1"/>
                </a:solidFill>
              </a:rPr>
              <a:t>6</a:t>
            </a:r>
            <a:r>
              <a:rPr lang="en-US" sz="12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1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30"/>
          <p:cNvSpPr txBox="1">
            <a:spLocks noGrp="1"/>
          </p:cNvSpPr>
          <p:nvPr>
            <p:ph type="title"/>
          </p:nvPr>
        </p:nvSpPr>
        <p:spPr>
          <a:xfrm>
            <a:off x="709117" y="727121"/>
            <a:ext cx="4753800" cy="7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900" tIns="182900" rIns="182900" bIns="0" anchor="t" anchorCtr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Arial"/>
              <a:buNone/>
              <a:defRPr sz="5200" b="1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2" name="Google Shape;272;p30"/>
          <p:cNvSpPr/>
          <p:nvPr/>
        </p:nvSpPr>
        <p:spPr>
          <a:xfrm>
            <a:off x="0" y="687611"/>
            <a:ext cx="274200" cy="73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182900" tIns="182900" rIns="182900" bIns="1829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endParaRPr sz="3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(footer only)">
  <p:cSld name="Blank (footer only)"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1"/>
          <p:cNvSpPr/>
          <p:nvPr/>
        </p:nvSpPr>
        <p:spPr>
          <a:xfrm>
            <a:off x="914390" y="9692640"/>
            <a:ext cx="270499" cy="257175"/>
          </a:xfrm>
          <a:custGeom>
            <a:avLst/>
            <a:gdLst/>
            <a:ahLst/>
            <a:cxnLst/>
            <a:rect l="l" t="t" r="r" b="b"/>
            <a:pathLst>
              <a:path w="5409981" h="5143500" extrusionOk="0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31"/>
          <p:cNvSpPr/>
          <p:nvPr/>
        </p:nvSpPr>
        <p:spPr>
          <a:xfrm>
            <a:off x="1321302" y="9733832"/>
            <a:ext cx="3362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929292"/>
                </a:solidFill>
              </a:rPr>
              <a:t>© 2026 Snowflake Inc. All Rights Reserved</a:t>
            </a:r>
            <a:endParaRPr sz="1200">
              <a:solidFill>
                <a:srgbClr val="929292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SzPts val="1200"/>
              <a:buFont typeface="Arial"/>
              <a:buNone/>
            </a:pPr>
            <a:endParaRPr sz="1200">
              <a:solidFill>
                <a:srgbClr val="929292"/>
              </a:solidFill>
            </a:endParaRPr>
          </a:p>
        </p:txBody>
      </p:sp>
      <p:sp>
        <p:nvSpPr>
          <p:cNvPr id="276" name="Google Shape;276;p31"/>
          <p:cNvSpPr txBox="1"/>
          <p:nvPr/>
        </p:nvSpPr>
        <p:spPr>
          <a:xfrm>
            <a:off x="16653751" y="9650985"/>
            <a:ext cx="11334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i="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i="0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- Dk Blue">
  <p:cSld name="Quote - Dk Blue">
    <p:bg>
      <p:bgPr>
        <a:solidFill>
          <a:schemeClr val="dk2"/>
        </a:solidFill>
        <a:effectLst/>
      </p:bgPr>
    </p:bg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2"/>
          <p:cNvSpPr txBox="1">
            <a:spLocks noGrp="1"/>
          </p:cNvSpPr>
          <p:nvPr>
            <p:ph type="ctrTitle"/>
          </p:nvPr>
        </p:nvSpPr>
        <p:spPr>
          <a:xfrm>
            <a:off x="705205" y="4275880"/>
            <a:ext cx="16019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900" tIns="182900" rIns="182900" bIns="182900" anchor="ctr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Arial"/>
              <a:buNone/>
              <a:defRPr sz="8000" b="1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9" name="Google Shape;279;p32"/>
          <p:cNvSpPr/>
          <p:nvPr/>
        </p:nvSpPr>
        <p:spPr>
          <a:xfrm>
            <a:off x="914390" y="9692640"/>
            <a:ext cx="270499" cy="257175"/>
          </a:xfrm>
          <a:custGeom>
            <a:avLst/>
            <a:gdLst/>
            <a:ahLst/>
            <a:cxnLst/>
            <a:rect l="l" t="t" r="r" b="b"/>
            <a:pathLst>
              <a:path w="5409981" h="5143500" extrusionOk="0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32"/>
          <p:cNvSpPr/>
          <p:nvPr/>
        </p:nvSpPr>
        <p:spPr>
          <a:xfrm>
            <a:off x="1321302" y="9733832"/>
            <a:ext cx="3362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rPr lang="en-US" sz="12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</a:t>
            </a:r>
            <a:r>
              <a:rPr lang="en-US" sz="1200">
                <a:solidFill>
                  <a:schemeClr val="lt1"/>
                </a:solidFill>
              </a:rPr>
              <a:t>6</a:t>
            </a:r>
            <a:r>
              <a:rPr lang="en-US" sz="12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1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81" name="Google Shape;281;p32"/>
          <p:cNvGrpSpPr/>
          <p:nvPr/>
        </p:nvGrpSpPr>
        <p:grpSpPr>
          <a:xfrm>
            <a:off x="914418" y="948259"/>
            <a:ext cx="2355572" cy="1715698"/>
            <a:chOff x="865451" y="2114550"/>
            <a:chExt cx="3399093" cy="2475755"/>
          </a:xfrm>
        </p:grpSpPr>
        <p:sp>
          <p:nvSpPr>
            <p:cNvPr id="282" name="Google Shape;282;p32"/>
            <p:cNvSpPr/>
            <p:nvPr/>
          </p:nvSpPr>
          <p:spPr>
            <a:xfrm>
              <a:off x="865451" y="2114550"/>
              <a:ext cx="1571381" cy="2475755"/>
            </a:xfrm>
            <a:custGeom>
              <a:avLst/>
              <a:gdLst/>
              <a:ahLst/>
              <a:cxnLst/>
              <a:rect l="l" t="t" r="r" b="b"/>
              <a:pathLst>
                <a:path w="3654375" h="5757569" extrusionOk="0">
                  <a:moveTo>
                    <a:pt x="3448790" y="0"/>
                  </a:moveTo>
                  <a:lnTo>
                    <a:pt x="3458290" y="1432474"/>
                  </a:lnTo>
                  <a:cubicBezTo>
                    <a:pt x="2772941" y="1684660"/>
                    <a:pt x="2415542" y="1991333"/>
                    <a:pt x="2248907" y="2449965"/>
                  </a:cubicBezTo>
                  <a:cubicBezTo>
                    <a:pt x="3226484" y="2526039"/>
                    <a:pt x="3654376" y="3276319"/>
                    <a:pt x="3654376" y="4068726"/>
                  </a:cubicBezTo>
                  <a:cubicBezTo>
                    <a:pt x="3654376" y="5007004"/>
                    <a:pt x="2925326" y="5757569"/>
                    <a:pt x="1987935" y="5757569"/>
                  </a:cubicBezTo>
                  <a:cubicBezTo>
                    <a:pt x="1050544" y="5757569"/>
                    <a:pt x="14541" y="5150119"/>
                    <a:pt x="196" y="3782402"/>
                  </a:cubicBezTo>
                  <a:cubicBezTo>
                    <a:pt x="-30015" y="843186"/>
                    <a:pt x="3448790" y="0"/>
                    <a:pt x="34487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600" tIns="34300" rIns="68600" bIns="343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3" name="Google Shape;283;p32"/>
            <p:cNvSpPr/>
            <p:nvPr/>
          </p:nvSpPr>
          <p:spPr>
            <a:xfrm>
              <a:off x="2693163" y="2114550"/>
              <a:ext cx="1571381" cy="2475755"/>
            </a:xfrm>
            <a:custGeom>
              <a:avLst/>
              <a:gdLst/>
              <a:ahLst/>
              <a:cxnLst/>
              <a:rect l="l" t="t" r="r" b="b"/>
              <a:pathLst>
                <a:path w="3654375" h="5757569" extrusionOk="0">
                  <a:moveTo>
                    <a:pt x="3448790" y="0"/>
                  </a:moveTo>
                  <a:lnTo>
                    <a:pt x="3458290" y="1432474"/>
                  </a:lnTo>
                  <a:cubicBezTo>
                    <a:pt x="2772941" y="1684660"/>
                    <a:pt x="2415542" y="1991333"/>
                    <a:pt x="2248907" y="2449965"/>
                  </a:cubicBezTo>
                  <a:cubicBezTo>
                    <a:pt x="3226484" y="2526039"/>
                    <a:pt x="3654376" y="3276319"/>
                    <a:pt x="3654376" y="4068726"/>
                  </a:cubicBezTo>
                  <a:cubicBezTo>
                    <a:pt x="3654376" y="5007004"/>
                    <a:pt x="2925326" y="5757569"/>
                    <a:pt x="1987935" y="5757569"/>
                  </a:cubicBezTo>
                  <a:cubicBezTo>
                    <a:pt x="1050544" y="5757569"/>
                    <a:pt x="14541" y="5150119"/>
                    <a:pt x="196" y="3782402"/>
                  </a:cubicBezTo>
                  <a:cubicBezTo>
                    <a:pt x="-30015" y="843186"/>
                    <a:pt x="3448790" y="0"/>
                    <a:pt x="34487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600" tIns="34300" rIns="68600" bIns="343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4" name="Google Shape;284;p32"/>
          <p:cNvSpPr txBox="1">
            <a:spLocks noGrp="1"/>
          </p:cNvSpPr>
          <p:nvPr>
            <p:ph type="subTitle" idx="1"/>
          </p:nvPr>
        </p:nvSpPr>
        <p:spPr>
          <a:xfrm>
            <a:off x="729754" y="8082420"/>
            <a:ext cx="11465400" cy="8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900" tIns="45700" rIns="91450" bIns="45700" anchor="t" anchorCtr="0">
            <a:noAutofit/>
          </a:bodyPr>
          <a:lstStyle>
            <a:lvl1pPr lv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1pPr>
            <a:lvl2pPr lvl="1" algn="ctr">
              <a:lnSpc>
                <a:spcPct val="114000"/>
              </a:lnSpc>
              <a:spcBef>
                <a:spcPts val="200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14000"/>
              </a:lnSpc>
              <a:spcBef>
                <a:spcPts val="120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14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14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6pPr>
            <a:lvl7pPr lvl="6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7pPr>
            <a:lvl8pPr lvl="7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8pPr>
            <a:lvl9pPr lvl="8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85" name="Google Shape;285;p32"/>
          <p:cNvSpPr txBox="1"/>
          <p:nvPr/>
        </p:nvSpPr>
        <p:spPr>
          <a:xfrm>
            <a:off x="16653751" y="9650985"/>
            <a:ext cx="11334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i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92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z_LAST LAYOUT">
  <p:cSld name="LAST LAYOUT">
    <p:bg>
      <p:bgPr>
        <a:solidFill>
          <a:schemeClr val="dk1"/>
        </a:solidFill>
        <a:effectLst/>
      </p:bgPr>
    </p:bg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3"/>
          <p:cNvSpPr/>
          <p:nvPr/>
        </p:nvSpPr>
        <p:spPr>
          <a:xfrm>
            <a:off x="1586977" y="1279115"/>
            <a:ext cx="15114000" cy="7728600"/>
          </a:xfrm>
          <a:prstGeom prst="rect">
            <a:avLst/>
          </a:prstGeom>
          <a:noFill/>
          <a:ln w="304800" cap="flat" cmpd="sng">
            <a:solidFill>
              <a:srgbClr val="A2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463050" tIns="45700" rIns="14630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LAST LAYOUT</a:t>
            </a:r>
            <a:endParaRPr sz="140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 order for your template to work properly, layouts appearing after this one should be deleted. Make sure your deck is using the Snowflake </a:t>
            </a:r>
            <a:r>
              <a:rPr lang="en-US" sz="3600">
                <a:solidFill>
                  <a:schemeClr val="lt1"/>
                </a:solidFill>
              </a:rPr>
              <a:t>World Tour 2025</a:t>
            </a:r>
            <a:r>
              <a:rPr lang="en-US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template by applying any of the above layouts to your slides, then </a:t>
            </a:r>
            <a:r>
              <a:rPr lang="en-US" sz="3600" b="1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delete any rogue layouts </a:t>
            </a:r>
            <a:r>
              <a:rPr lang="en-US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that appear below. </a:t>
            </a:r>
            <a:endParaRPr sz="140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 You 1">
  <p:cSld name="Thank You 01_2">
    <p:bg>
      <p:bgPr>
        <a:solidFill>
          <a:schemeClr val="accent1"/>
        </a:solidFill>
        <a:effectLst/>
      </p:bgPr>
    </p:bg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4"/>
          <p:cNvSpPr/>
          <p:nvPr/>
        </p:nvSpPr>
        <p:spPr>
          <a:xfrm>
            <a:off x="914390" y="9692640"/>
            <a:ext cx="270499" cy="257175"/>
          </a:xfrm>
          <a:custGeom>
            <a:avLst/>
            <a:gdLst/>
            <a:ahLst/>
            <a:cxnLst/>
            <a:rect l="l" t="t" r="r" b="b"/>
            <a:pathLst>
              <a:path w="5409981" h="5143500" extrusionOk="0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endParaRPr sz="2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34"/>
          <p:cNvSpPr/>
          <p:nvPr/>
        </p:nvSpPr>
        <p:spPr>
          <a:xfrm>
            <a:off x="1321302" y="9733832"/>
            <a:ext cx="3362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rPr lang="en-US" sz="12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</a:t>
            </a:r>
            <a:r>
              <a:rPr lang="en-US" sz="1200">
                <a:solidFill>
                  <a:schemeClr val="lt1"/>
                </a:solidFill>
              </a:rPr>
              <a:t>6</a:t>
            </a:r>
            <a:r>
              <a:rPr lang="en-US" sz="12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1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34"/>
          <p:cNvSpPr txBox="1">
            <a:spLocks noGrp="1"/>
          </p:cNvSpPr>
          <p:nvPr>
            <p:ph type="title"/>
          </p:nvPr>
        </p:nvSpPr>
        <p:spPr>
          <a:xfrm>
            <a:off x="729750" y="1328425"/>
            <a:ext cx="13417800" cy="46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0" marR="0" lvl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800"/>
              <a:buNone/>
              <a:defRPr sz="8800">
                <a:solidFill>
                  <a:schemeClr val="lt1"/>
                </a:solidFill>
              </a:defRPr>
            </a:lvl1pPr>
            <a:lvl2pPr lvl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800"/>
              <a:buFont typeface="Arial Black"/>
              <a:buNone/>
              <a:defRPr sz="8800" b="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lvl="2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8800"/>
              <a:buFont typeface="Arial Black"/>
              <a:buNone/>
              <a:defRPr sz="8800" b="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3pPr>
            <a:lvl4pPr lvl="3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8800"/>
              <a:buFont typeface="Arial Black"/>
              <a:buNone/>
              <a:defRPr sz="8800" b="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lvl="4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8800"/>
              <a:buFont typeface="Arial Black"/>
              <a:buNone/>
              <a:defRPr sz="8800" b="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5pPr>
            <a:lvl6pPr lvl="5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8800"/>
              <a:buFont typeface="Arial Black"/>
              <a:buNone/>
              <a:defRPr sz="8800" b="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6pPr>
            <a:lvl7pPr lvl="6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8800"/>
              <a:buFont typeface="Arial Black"/>
              <a:buNone/>
              <a:defRPr sz="8800" b="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7pPr>
            <a:lvl8pPr lvl="7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8800"/>
              <a:buFont typeface="Arial Black"/>
              <a:buNone/>
              <a:defRPr sz="8800" b="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8pPr>
            <a:lvl9pPr lvl="8">
              <a:lnSpc>
                <a:spcPct val="10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8800"/>
              <a:buFont typeface="Arial Black"/>
              <a:buNone/>
              <a:defRPr sz="8800" b="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>
            <a:endParaRPr/>
          </a:p>
        </p:txBody>
      </p:sp>
      <p:sp>
        <p:nvSpPr>
          <p:cNvPr id="292" name="Google Shape;292;p34"/>
          <p:cNvSpPr/>
          <p:nvPr/>
        </p:nvSpPr>
        <p:spPr>
          <a:xfrm rot="2700000">
            <a:off x="14001203" y="7437176"/>
            <a:ext cx="505299" cy="5052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93" name="Google Shape;293;p34"/>
          <p:cNvGrpSpPr/>
          <p:nvPr/>
        </p:nvGrpSpPr>
        <p:grpSpPr>
          <a:xfrm>
            <a:off x="14726705" y="497445"/>
            <a:ext cx="3069293" cy="584633"/>
            <a:chOff x="4714874" y="4067495"/>
            <a:chExt cx="8797056" cy="1675647"/>
          </a:xfrm>
        </p:grpSpPr>
        <p:sp>
          <p:nvSpPr>
            <p:cNvPr id="294" name="Google Shape;294;p34"/>
            <p:cNvSpPr/>
            <p:nvPr/>
          </p:nvSpPr>
          <p:spPr>
            <a:xfrm>
              <a:off x="4714874" y="4067495"/>
              <a:ext cx="1652517" cy="1607906"/>
            </a:xfrm>
            <a:custGeom>
              <a:avLst/>
              <a:gdLst/>
              <a:ahLst/>
              <a:cxnLst/>
              <a:rect l="l" t="t" r="r" b="b"/>
              <a:pathLst>
                <a:path w="1101678" h="1071937" extrusionOk="0">
                  <a:moveTo>
                    <a:pt x="367917" y="555563"/>
                  </a:moveTo>
                  <a:cubicBezTo>
                    <a:pt x="370248" y="548445"/>
                    <a:pt x="371218" y="541120"/>
                    <a:pt x="371043" y="533879"/>
                  </a:cubicBezTo>
                  <a:cubicBezTo>
                    <a:pt x="370773" y="528640"/>
                    <a:pt x="370073" y="523402"/>
                    <a:pt x="368538" y="518164"/>
                  </a:cubicBezTo>
                  <a:cubicBezTo>
                    <a:pt x="363917" y="501887"/>
                    <a:pt x="352964" y="487360"/>
                    <a:pt x="336555" y="478200"/>
                  </a:cubicBezTo>
                  <a:lnTo>
                    <a:pt x="103160" y="347680"/>
                  </a:lnTo>
                  <a:cubicBezTo>
                    <a:pt x="70214" y="329315"/>
                    <a:pt x="28209" y="340231"/>
                    <a:pt x="9294" y="372091"/>
                  </a:cubicBezTo>
                  <a:cubicBezTo>
                    <a:pt x="-9796" y="403912"/>
                    <a:pt x="1467" y="444546"/>
                    <a:pt x="34413" y="462957"/>
                  </a:cubicBezTo>
                  <a:lnTo>
                    <a:pt x="164836" y="536012"/>
                  </a:lnTo>
                  <a:lnTo>
                    <a:pt x="34413" y="608853"/>
                  </a:lnTo>
                  <a:cubicBezTo>
                    <a:pt x="1467" y="627302"/>
                    <a:pt x="-9756" y="667935"/>
                    <a:pt x="9294" y="699888"/>
                  </a:cubicBezTo>
                  <a:cubicBezTo>
                    <a:pt x="28209" y="731663"/>
                    <a:pt x="70214" y="742532"/>
                    <a:pt x="103160" y="724168"/>
                  </a:cubicBezTo>
                  <a:lnTo>
                    <a:pt x="336555" y="593562"/>
                  </a:lnTo>
                  <a:cubicBezTo>
                    <a:pt x="352304" y="584788"/>
                    <a:pt x="362994" y="571023"/>
                    <a:pt x="367917" y="555563"/>
                  </a:cubicBezTo>
                  <a:close/>
                  <a:moveTo>
                    <a:pt x="431256" y="677859"/>
                  </a:moveTo>
                  <a:cubicBezTo>
                    <a:pt x="417845" y="676750"/>
                    <a:pt x="403902" y="679477"/>
                    <a:pt x="391366" y="686548"/>
                  </a:cubicBezTo>
                  <a:lnTo>
                    <a:pt x="157796" y="816984"/>
                  </a:lnTo>
                  <a:cubicBezTo>
                    <a:pt x="124938" y="835388"/>
                    <a:pt x="113715" y="876236"/>
                    <a:pt x="132677" y="908105"/>
                  </a:cubicBezTo>
                  <a:cubicBezTo>
                    <a:pt x="151728" y="939888"/>
                    <a:pt x="193693" y="950837"/>
                    <a:pt x="226503" y="932346"/>
                  </a:cubicBezTo>
                  <a:lnTo>
                    <a:pt x="357363" y="859244"/>
                  </a:lnTo>
                  <a:lnTo>
                    <a:pt x="357363" y="1005315"/>
                  </a:lnTo>
                  <a:cubicBezTo>
                    <a:pt x="357363" y="1042127"/>
                    <a:pt x="388105" y="1071937"/>
                    <a:pt x="426157" y="1071937"/>
                  </a:cubicBezTo>
                  <a:cubicBezTo>
                    <a:pt x="464027" y="1071937"/>
                    <a:pt x="494865" y="1042127"/>
                    <a:pt x="494865" y="1005315"/>
                  </a:cubicBezTo>
                  <a:lnTo>
                    <a:pt x="494865" y="744183"/>
                  </a:lnTo>
                  <a:cubicBezTo>
                    <a:pt x="494865" y="709126"/>
                    <a:pt x="466803" y="680324"/>
                    <a:pt x="431256" y="677859"/>
                  </a:cubicBezTo>
                  <a:close/>
                  <a:moveTo>
                    <a:pt x="670463" y="394074"/>
                  </a:moveTo>
                  <a:cubicBezTo>
                    <a:pt x="683833" y="395137"/>
                    <a:pt x="697736" y="392371"/>
                    <a:pt x="710272" y="385385"/>
                  </a:cubicBezTo>
                  <a:lnTo>
                    <a:pt x="943795" y="254825"/>
                  </a:lnTo>
                  <a:cubicBezTo>
                    <a:pt x="976699" y="236415"/>
                    <a:pt x="987864" y="195735"/>
                    <a:pt x="968949" y="163790"/>
                  </a:cubicBezTo>
                  <a:cubicBezTo>
                    <a:pt x="949999" y="131970"/>
                    <a:pt x="907994" y="121062"/>
                    <a:pt x="875128" y="139464"/>
                  </a:cubicBezTo>
                  <a:lnTo>
                    <a:pt x="744363" y="212652"/>
                  </a:lnTo>
                  <a:lnTo>
                    <a:pt x="744363" y="66531"/>
                  </a:lnTo>
                  <a:cubicBezTo>
                    <a:pt x="744363" y="29819"/>
                    <a:pt x="713613" y="0"/>
                    <a:pt x="675568" y="0"/>
                  </a:cubicBezTo>
                  <a:cubicBezTo>
                    <a:pt x="637516" y="0"/>
                    <a:pt x="606853" y="29819"/>
                    <a:pt x="606853" y="66531"/>
                  </a:cubicBezTo>
                  <a:lnTo>
                    <a:pt x="606853" y="327666"/>
                  </a:lnTo>
                  <a:cubicBezTo>
                    <a:pt x="606853" y="362684"/>
                    <a:pt x="634837" y="391524"/>
                    <a:pt x="670463" y="394074"/>
                  </a:cubicBezTo>
                  <a:close/>
                  <a:moveTo>
                    <a:pt x="157796" y="254825"/>
                  </a:moveTo>
                  <a:lnTo>
                    <a:pt x="391366" y="385385"/>
                  </a:lnTo>
                  <a:cubicBezTo>
                    <a:pt x="403902" y="392371"/>
                    <a:pt x="417845" y="395137"/>
                    <a:pt x="431256" y="394074"/>
                  </a:cubicBezTo>
                  <a:cubicBezTo>
                    <a:pt x="466803" y="391524"/>
                    <a:pt x="494865" y="362684"/>
                    <a:pt x="494865" y="327666"/>
                  </a:cubicBezTo>
                  <a:lnTo>
                    <a:pt x="494865" y="66531"/>
                  </a:lnTo>
                  <a:cubicBezTo>
                    <a:pt x="494865" y="29819"/>
                    <a:pt x="464027" y="0"/>
                    <a:pt x="426157" y="0"/>
                  </a:cubicBezTo>
                  <a:cubicBezTo>
                    <a:pt x="388105" y="0"/>
                    <a:pt x="357363" y="29819"/>
                    <a:pt x="357363" y="66531"/>
                  </a:cubicBezTo>
                  <a:lnTo>
                    <a:pt x="357363" y="212652"/>
                  </a:lnTo>
                  <a:lnTo>
                    <a:pt x="226503" y="139464"/>
                  </a:lnTo>
                  <a:cubicBezTo>
                    <a:pt x="193693" y="121062"/>
                    <a:pt x="151728" y="131970"/>
                    <a:pt x="132677" y="163790"/>
                  </a:cubicBezTo>
                  <a:cubicBezTo>
                    <a:pt x="113715" y="195735"/>
                    <a:pt x="124938" y="236415"/>
                    <a:pt x="157796" y="254825"/>
                  </a:cubicBezTo>
                  <a:close/>
                  <a:moveTo>
                    <a:pt x="596728" y="535467"/>
                  </a:moveTo>
                  <a:cubicBezTo>
                    <a:pt x="596728" y="531677"/>
                    <a:pt x="594357" y="526392"/>
                    <a:pt x="591589" y="523581"/>
                  </a:cubicBezTo>
                  <a:lnTo>
                    <a:pt x="563480" y="496489"/>
                  </a:lnTo>
                  <a:cubicBezTo>
                    <a:pt x="560712" y="493809"/>
                    <a:pt x="555255" y="491589"/>
                    <a:pt x="551334" y="491589"/>
                  </a:cubicBezTo>
                  <a:lnTo>
                    <a:pt x="550236" y="491589"/>
                  </a:lnTo>
                  <a:cubicBezTo>
                    <a:pt x="546322" y="491589"/>
                    <a:pt x="540874" y="493809"/>
                    <a:pt x="538146" y="496489"/>
                  </a:cubicBezTo>
                  <a:lnTo>
                    <a:pt x="510036" y="523581"/>
                  </a:lnTo>
                  <a:cubicBezTo>
                    <a:pt x="507221" y="526392"/>
                    <a:pt x="505065" y="531677"/>
                    <a:pt x="505065" y="535467"/>
                  </a:cubicBezTo>
                  <a:lnTo>
                    <a:pt x="505065" y="536530"/>
                  </a:lnTo>
                  <a:cubicBezTo>
                    <a:pt x="505065" y="540281"/>
                    <a:pt x="507221" y="545519"/>
                    <a:pt x="510036" y="548246"/>
                  </a:cubicBezTo>
                  <a:lnTo>
                    <a:pt x="538146" y="575422"/>
                  </a:lnTo>
                  <a:cubicBezTo>
                    <a:pt x="540914" y="578103"/>
                    <a:pt x="546322" y="580322"/>
                    <a:pt x="550236" y="580322"/>
                  </a:cubicBezTo>
                  <a:lnTo>
                    <a:pt x="551334" y="580322"/>
                  </a:lnTo>
                  <a:cubicBezTo>
                    <a:pt x="555255" y="580322"/>
                    <a:pt x="560712" y="578103"/>
                    <a:pt x="563480" y="575422"/>
                  </a:cubicBezTo>
                  <a:lnTo>
                    <a:pt x="591589" y="548246"/>
                  </a:lnTo>
                  <a:cubicBezTo>
                    <a:pt x="594357" y="545519"/>
                    <a:pt x="596728" y="540281"/>
                    <a:pt x="596728" y="536530"/>
                  </a:cubicBezTo>
                  <a:lnTo>
                    <a:pt x="596728" y="535467"/>
                  </a:lnTo>
                  <a:close/>
                  <a:moveTo>
                    <a:pt x="674333" y="561526"/>
                  </a:moveTo>
                  <a:lnTo>
                    <a:pt x="577254" y="655418"/>
                  </a:lnTo>
                  <a:cubicBezTo>
                    <a:pt x="574478" y="658184"/>
                    <a:pt x="569117" y="660441"/>
                    <a:pt x="565069" y="660441"/>
                  </a:cubicBezTo>
                  <a:lnTo>
                    <a:pt x="558029" y="660441"/>
                  </a:lnTo>
                  <a:lnTo>
                    <a:pt x="543688" y="660441"/>
                  </a:lnTo>
                  <a:lnTo>
                    <a:pt x="536522" y="660441"/>
                  </a:lnTo>
                  <a:cubicBezTo>
                    <a:pt x="532600" y="660441"/>
                    <a:pt x="527152" y="658184"/>
                    <a:pt x="524336" y="655418"/>
                  </a:cubicBezTo>
                  <a:lnTo>
                    <a:pt x="427304" y="561526"/>
                  </a:lnTo>
                  <a:cubicBezTo>
                    <a:pt x="424528" y="558883"/>
                    <a:pt x="422286" y="553561"/>
                    <a:pt x="422286" y="549817"/>
                  </a:cubicBezTo>
                  <a:lnTo>
                    <a:pt x="422286" y="542869"/>
                  </a:lnTo>
                  <a:lnTo>
                    <a:pt x="422286" y="528980"/>
                  </a:lnTo>
                  <a:lnTo>
                    <a:pt x="422286" y="522124"/>
                  </a:lnTo>
                  <a:cubicBezTo>
                    <a:pt x="422286" y="518289"/>
                    <a:pt x="424528" y="512965"/>
                    <a:pt x="427304" y="510285"/>
                  </a:cubicBezTo>
                  <a:lnTo>
                    <a:pt x="524336" y="416392"/>
                  </a:lnTo>
                  <a:cubicBezTo>
                    <a:pt x="527152" y="413627"/>
                    <a:pt x="532600" y="411454"/>
                    <a:pt x="536522" y="411454"/>
                  </a:cubicBezTo>
                  <a:lnTo>
                    <a:pt x="543688" y="411454"/>
                  </a:lnTo>
                  <a:lnTo>
                    <a:pt x="558029" y="411454"/>
                  </a:lnTo>
                  <a:lnTo>
                    <a:pt x="565069" y="411454"/>
                  </a:lnTo>
                  <a:cubicBezTo>
                    <a:pt x="569030" y="411454"/>
                    <a:pt x="574478" y="413627"/>
                    <a:pt x="577254" y="416392"/>
                  </a:cubicBezTo>
                  <a:lnTo>
                    <a:pt x="674333" y="510285"/>
                  </a:lnTo>
                  <a:cubicBezTo>
                    <a:pt x="677101" y="512965"/>
                    <a:pt x="679345" y="518289"/>
                    <a:pt x="679345" y="522124"/>
                  </a:cubicBezTo>
                  <a:lnTo>
                    <a:pt x="679345" y="528980"/>
                  </a:lnTo>
                  <a:lnTo>
                    <a:pt x="679345" y="542869"/>
                  </a:lnTo>
                  <a:lnTo>
                    <a:pt x="679345" y="549817"/>
                  </a:lnTo>
                  <a:cubicBezTo>
                    <a:pt x="679345" y="553561"/>
                    <a:pt x="677101" y="558883"/>
                    <a:pt x="674333" y="561526"/>
                  </a:cubicBezTo>
                  <a:close/>
                  <a:moveTo>
                    <a:pt x="943795" y="816984"/>
                  </a:moveTo>
                  <a:lnTo>
                    <a:pt x="710272" y="686548"/>
                  </a:lnTo>
                  <a:cubicBezTo>
                    <a:pt x="697736" y="679477"/>
                    <a:pt x="683833" y="676750"/>
                    <a:pt x="670463" y="677859"/>
                  </a:cubicBezTo>
                  <a:cubicBezTo>
                    <a:pt x="634837" y="680324"/>
                    <a:pt x="606853" y="709126"/>
                    <a:pt x="606853" y="744183"/>
                  </a:cubicBezTo>
                  <a:lnTo>
                    <a:pt x="606853" y="1005315"/>
                  </a:lnTo>
                  <a:cubicBezTo>
                    <a:pt x="606853" y="1042127"/>
                    <a:pt x="637516" y="1071937"/>
                    <a:pt x="675568" y="1071937"/>
                  </a:cubicBezTo>
                  <a:cubicBezTo>
                    <a:pt x="713613" y="1071937"/>
                    <a:pt x="744363" y="1042127"/>
                    <a:pt x="744363" y="1005315"/>
                  </a:cubicBezTo>
                  <a:lnTo>
                    <a:pt x="744363" y="859244"/>
                  </a:lnTo>
                  <a:lnTo>
                    <a:pt x="875128" y="932346"/>
                  </a:lnTo>
                  <a:cubicBezTo>
                    <a:pt x="907985" y="950837"/>
                    <a:pt x="949999" y="939888"/>
                    <a:pt x="968949" y="908105"/>
                  </a:cubicBezTo>
                  <a:cubicBezTo>
                    <a:pt x="987864" y="876236"/>
                    <a:pt x="976699" y="835388"/>
                    <a:pt x="943795" y="816984"/>
                  </a:cubicBezTo>
                  <a:close/>
                  <a:moveTo>
                    <a:pt x="1067260" y="462957"/>
                  </a:moveTo>
                  <a:lnTo>
                    <a:pt x="936834" y="536012"/>
                  </a:lnTo>
                  <a:lnTo>
                    <a:pt x="1067260" y="608853"/>
                  </a:lnTo>
                  <a:cubicBezTo>
                    <a:pt x="1100201" y="627302"/>
                    <a:pt x="1111461" y="667935"/>
                    <a:pt x="1092413" y="699888"/>
                  </a:cubicBezTo>
                  <a:cubicBezTo>
                    <a:pt x="1073413" y="731663"/>
                    <a:pt x="1031370" y="742532"/>
                    <a:pt x="998553" y="724168"/>
                  </a:cubicBezTo>
                  <a:lnTo>
                    <a:pt x="764979" y="593562"/>
                  </a:lnTo>
                  <a:cubicBezTo>
                    <a:pt x="749404" y="584788"/>
                    <a:pt x="738587" y="571023"/>
                    <a:pt x="733791" y="555563"/>
                  </a:cubicBezTo>
                  <a:cubicBezTo>
                    <a:pt x="731508" y="548445"/>
                    <a:pt x="730450" y="541120"/>
                    <a:pt x="730713" y="533879"/>
                  </a:cubicBezTo>
                  <a:cubicBezTo>
                    <a:pt x="730848" y="528640"/>
                    <a:pt x="731635" y="523402"/>
                    <a:pt x="733130" y="518164"/>
                  </a:cubicBezTo>
                  <a:cubicBezTo>
                    <a:pt x="737800" y="501887"/>
                    <a:pt x="748753" y="487367"/>
                    <a:pt x="764979" y="478200"/>
                  </a:cubicBezTo>
                  <a:lnTo>
                    <a:pt x="998553" y="347680"/>
                  </a:lnTo>
                  <a:cubicBezTo>
                    <a:pt x="1031370" y="329315"/>
                    <a:pt x="1073413" y="340231"/>
                    <a:pt x="1092413" y="372091"/>
                  </a:cubicBezTo>
                  <a:cubicBezTo>
                    <a:pt x="1111461" y="403912"/>
                    <a:pt x="1100201" y="444546"/>
                    <a:pt x="1067260" y="46295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7825" tIns="23900" rIns="47825" bIns="239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42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" name="Google Shape;295;p34"/>
            <p:cNvSpPr/>
            <p:nvPr/>
          </p:nvSpPr>
          <p:spPr>
            <a:xfrm>
              <a:off x="6865060" y="4094534"/>
              <a:ext cx="6227805" cy="723565"/>
            </a:xfrm>
            <a:custGeom>
              <a:avLst/>
              <a:gdLst/>
              <a:ahLst/>
              <a:cxnLst/>
              <a:rect l="l" t="t" r="r" b="b"/>
              <a:pathLst>
                <a:path w="4151870" h="482377" extrusionOk="0">
                  <a:moveTo>
                    <a:pt x="0" y="420061"/>
                  </a:moveTo>
                  <a:lnTo>
                    <a:pt x="60919" y="334664"/>
                  </a:lnTo>
                  <a:cubicBezTo>
                    <a:pt x="60919" y="334664"/>
                    <a:pt x="127239" y="379286"/>
                    <a:pt x="189699" y="379286"/>
                  </a:cubicBezTo>
                  <a:cubicBezTo>
                    <a:pt x="224399" y="379286"/>
                    <a:pt x="240594" y="363900"/>
                    <a:pt x="240594" y="340819"/>
                  </a:cubicBezTo>
                  <a:cubicBezTo>
                    <a:pt x="240594" y="316969"/>
                    <a:pt x="225940" y="304660"/>
                    <a:pt x="161170" y="285426"/>
                  </a:cubicBezTo>
                  <a:cubicBezTo>
                    <a:pt x="64010" y="256961"/>
                    <a:pt x="8483" y="219263"/>
                    <a:pt x="8483" y="143098"/>
                  </a:cubicBezTo>
                  <a:cubicBezTo>
                    <a:pt x="8483" y="59240"/>
                    <a:pt x="65550" y="0"/>
                    <a:pt x="187388" y="0"/>
                  </a:cubicBezTo>
                  <a:cubicBezTo>
                    <a:pt x="313077" y="0"/>
                    <a:pt x="361662" y="49238"/>
                    <a:pt x="361662" y="49238"/>
                  </a:cubicBezTo>
                  <a:lnTo>
                    <a:pt x="301513" y="140021"/>
                  </a:lnTo>
                  <a:cubicBezTo>
                    <a:pt x="301513" y="140021"/>
                    <a:pt x="252928" y="101554"/>
                    <a:pt x="187388" y="101554"/>
                  </a:cubicBezTo>
                  <a:cubicBezTo>
                    <a:pt x="149597" y="101554"/>
                    <a:pt x="137263" y="116172"/>
                    <a:pt x="137263" y="135405"/>
                  </a:cubicBezTo>
                  <a:cubicBezTo>
                    <a:pt x="137263" y="158485"/>
                    <a:pt x="157309" y="167717"/>
                    <a:pt x="210515" y="183104"/>
                  </a:cubicBezTo>
                  <a:cubicBezTo>
                    <a:pt x="313077" y="211570"/>
                    <a:pt x="371685" y="251575"/>
                    <a:pt x="371685" y="328510"/>
                  </a:cubicBezTo>
                  <a:cubicBezTo>
                    <a:pt x="371685" y="412368"/>
                    <a:pt x="315388" y="481609"/>
                    <a:pt x="193550" y="481609"/>
                  </a:cubicBezTo>
                  <a:cubicBezTo>
                    <a:pt x="65550" y="481609"/>
                    <a:pt x="0" y="420061"/>
                    <a:pt x="0" y="420061"/>
                  </a:cubicBezTo>
                  <a:close/>
                  <a:moveTo>
                    <a:pt x="859968" y="10002"/>
                  </a:moveTo>
                  <a:lnTo>
                    <a:pt x="859968" y="471607"/>
                  </a:lnTo>
                  <a:lnTo>
                    <a:pt x="773602" y="471607"/>
                  </a:lnTo>
                  <a:lnTo>
                    <a:pt x="551513" y="202337"/>
                  </a:lnTo>
                  <a:lnTo>
                    <a:pt x="551513" y="471607"/>
                  </a:lnTo>
                  <a:lnTo>
                    <a:pt x="440468" y="471607"/>
                  </a:lnTo>
                  <a:lnTo>
                    <a:pt x="440468" y="10002"/>
                  </a:lnTo>
                  <a:lnTo>
                    <a:pt x="526835" y="10002"/>
                  </a:lnTo>
                  <a:lnTo>
                    <a:pt x="748924" y="274656"/>
                  </a:lnTo>
                  <a:lnTo>
                    <a:pt x="748924" y="10002"/>
                  </a:lnTo>
                  <a:lnTo>
                    <a:pt x="859968" y="10002"/>
                  </a:lnTo>
                  <a:close/>
                  <a:moveTo>
                    <a:pt x="1166075" y="482378"/>
                  </a:moveTo>
                  <a:cubicBezTo>
                    <a:pt x="1026501" y="482378"/>
                    <a:pt x="929341" y="373131"/>
                    <a:pt x="929341" y="240805"/>
                  </a:cubicBezTo>
                  <a:cubicBezTo>
                    <a:pt x="929341" y="108478"/>
                    <a:pt x="1026501" y="0"/>
                    <a:pt x="1166075" y="0"/>
                  </a:cubicBezTo>
                  <a:cubicBezTo>
                    <a:pt x="1307198" y="0"/>
                    <a:pt x="1404358" y="108478"/>
                    <a:pt x="1404358" y="240805"/>
                  </a:cubicBezTo>
                  <a:cubicBezTo>
                    <a:pt x="1404358" y="373131"/>
                    <a:pt x="1307198" y="482378"/>
                    <a:pt x="1166075" y="482378"/>
                  </a:cubicBezTo>
                  <a:close/>
                  <a:moveTo>
                    <a:pt x="1166075" y="373901"/>
                  </a:moveTo>
                  <a:cubicBezTo>
                    <a:pt x="1234706" y="373901"/>
                    <a:pt x="1288692" y="320816"/>
                    <a:pt x="1288692" y="240805"/>
                  </a:cubicBezTo>
                  <a:cubicBezTo>
                    <a:pt x="1288692" y="160793"/>
                    <a:pt x="1234706" y="107709"/>
                    <a:pt x="1166075" y="107709"/>
                  </a:cubicBezTo>
                  <a:cubicBezTo>
                    <a:pt x="1098994" y="107709"/>
                    <a:pt x="1045007" y="160793"/>
                    <a:pt x="1045007" y="240805"/>
                  </a:cubicBezTo>
                  <a:cubicBezTo>
                    <a:pt x="1045007" y="320816"/>
                    <a:pt x="1098994" y="373901"/>
                    <a:pt x="1166075" y="373901"/>
                  </a:cubicBezTo>
                  <a:close/>
                  <a:moveTo>
                    <a:pt x="1801662" y="471607"/>
                  </a:moveTo>
                  <a:lnTo>
                    <a:pt x="1720697" y="212339"/>
                  </a:lnTo>
                  <a:lnTo>
                    <a:pt x="1643584" y="471607"/>
                  </a:lnTo>
                  <a:lnTo>
                    <a:pt x="1557217" y="471607"/>
                  </a:lnTo>
                  <a:lnTo>
                    <a:pt x="1422265" y="10002"/>
                  </a:lnTo>
                  <a:lnTo>
                    <a:pt x="1544873" y="10002"/>
                  </a:lnTo>
                  <a:lnTo>
                    <a:pt x="1603481" y="254653"/>
                  </a:lnTo>
                  <a:lnTo>
                    <a:pt x="1679054" y="10002"/>
                  </a:lnTo>
                  <a:lnTo>
                    <a:pt x="1762331" y="10002"/>
                  </a:lnTo>
                  <a:lnTo>
                    <a:pt x="1839444" y="256191"/>
                  </a:lnTo>
                  <a:lnTo>
                    <a:pt x="1899593" y="10002"/>
                  </a:lnTo>
                  <a:lnTo>
                    <a:pt x="2022971" y="10002"/>
                  </a:lnTo>
                  <a:lnTo>
                    <a:pt x="1888029" y="471607"/>
                  </a:lnTo>
                  <a:lnTo>
                    <a:pt x="1801662" y="471607"/>
                  </a:lnTo>
                  <a:close/>
                  <a:moveTo>
                    <a:pt x="2378329" y="194644"/>
                  </a:moveTo>
                  <a:lnTo>
                    <a:pt x="2378329" y="282349"/>
                  </a:lnTo>
                  <a:lnTo>
                    <a:pt x="2190180" y="282349"/>
                  </a:lnTo>
                  <a:lnTo>
                    <a:pt x="2190180" y="471607"/>
                  </a:lnTo>
                  <a:lnTo>
                    <a:pt x="2078365" y="471607"/>
                  </a:lnTo>
                  <a:lnTo>
                    <a:pt x="2078365" y="10002"/>
                  </a:lnTo>
                  <a:lnTo>
                    <a:pt x="2417660" y="10002"/>
                  </a:lnTo>
                  <a:lnTo>
                    <a:pt x="2417660" y="106170"/>
                  </a:lnTo>
                  <a:lnTo>
                    <a:pt x="2190180" y="106170"/>
                  </a:lnTo>
                  <a:lnTo>
                    <a:pt x="2190180" y="194644"/>
                  </a:lnTo>
                  <a:lnTo>
                    <a:pt x="2378329" y="194644"/>
                  </a:lnTo>
                  <a:close/>
                  <a:moveTo>
                    <a:pt x="2811018" y="471607"/>
                  </a:moveTo>
                  <a:lnTo>
                    <a:pt x="2492539" y="471607"/>
                  </a:lnTo>
                  <a:lnTo>
                    <a:pt x="2492539" y="10002"/>
                  </a:lnTo>
                  <a:lnTo>
                    <a:pt x="2604354" y="10002"/>
                  </a:lnTo>
                  <a:lnTo>
                    <a:pt x="2604354" y="375439"/>
                  </a:lnTo>
                  <a:lnTo>
                    <a:pt x="2811018" y="375439"/>
                  </a:lnTo>
                  <a:lnTo>
                    <a:pt x="2811018" y="471607"/>
                  </a:lnTo>
                  <a:close/>
                  <a:moveTo>
                    <a:pt x="3123287" y="10002"/>
                  </a:moveTo>
                  <a:lnTo>
                    <a:pt x="3299881" y="471607"/>
                  </a:lnTo>
                  <a:lnTo>
                    <a:pt x="3179584" y="471607"/>
                  </a:lnTo>
                  <a:lnTo>
                    <a:pt x="3151055" y="388518"/>
                  </a:lnTo>
                  <a:lnTo>
                    <a:pt x="2973690" y="388518"/>
                  </a:lnTo>
                  <a:lnTo>
                    <a:pt x="2945161" y="471607"/>
                  </a:lnTo>
                  <a:lnTo>
                    <a:pt x="2824864" y="471607"/>
                  </a:lnTo>
                  <a:lnTo>
                    <a:pt x="3001449" y="10002"/>
                  </a:lnTo>
                  <a:lnTo>
                    <a:pt x="3123287" y="10002"/>
                  </a:lnTo>
                  <a:close/>
                  <a:moveTo>
                    <a:pt x="3062368" y="130020"/>
                  </a:moveTo>
                  <a:lnTo>
                    <a:pt x="3003769" y="300813"/>
                  </a:lnTo>
                  <a:lnTo>
                    <a:pt x="3120976" y="300813"/>
                  </a:lnTo>
                  <a:lnTo>
                    <a:pt x="3062368" y="130020"/>
                  </a:lnTo>
                  <a:close/>
                  <a:moveTo>
                    <a:pt x="3452293" y="10002"/>
                  </a:moveTo>
                  <a:lnTo>
                    <a:pt x="3452293" y="203107"/>
                  </a:lnTo>
                  <a:lnTo>
                    <a:pt x="3627346" y="10002"/>
                  </a:lnTo>
                  <a:lnTo>
                    <a:pt x="3763829" y="10002"/>
                  </a:lnTo>
                  <a:lnTo>
                    <a:pt x="3763829" y="20004"/>
                  </a:lnTo>
                  <a:lnTo>
                    <a:pt x="3593416" y="207723"/>
                  </a:lnTo>
                  <a:lnTo>
                    <a:pt x="3763829" y="460837"/>
                  </a:lnTo>
                  <a:lnTo>
                    <a:pt x="3763829" y="471607"/>
                  </a:lnTo>
                  <a:lnTo>
                    <a:pt x="3637370" y="471607"/>
                  </a:lnTo>
                  <a:lnTo>
                    <a:pt x="3517072" y="291581"/>
                  </a:lnTo>
                  <a:lnTo>
                    <a:pt x="3452293" y="363900"/>
                  </a:lnTo>
                  <a:lnTo>
                    <a:pt x="3452293" y="471607"/>
                  </a:lnTo>
                  <a:lnTo>
                    <a:pt x="3340488" y="471607"/>
                  </a:lnTo>
                  <a:lnTo>
                    <a:pt x="3340488" y="10002"/>
                  </a:lnTo>
                  <a:lnTo>
                    <a:pt x="3452293" y="10002"/>
                  </a:lnTo>
                  <a:close/>
                  <a:moveTo>
                    <a:pt x="4115630" y="193874"/>
                  </a:moveTo>
                  <a:lnTo>
                    <a:pt x="4115630" y="281580"/>
                  </a:lnTo>
                  <a:lnTo>
                    <a:pt x="3927471" y="281580"/>
                  </a:lnTo>
                  <a:lnTo>
                    <a:pt x="3927471" y="375439"/>
                  </a:lnTo>
                  <a:lnTo>
                    <a:pt x="4151871" y="375439"/>
                  </a:lnTo>
                  <a:lnTo>
                    <a:pt x="4151871" y="471607"/>
                  </a:lnTo>
                  <a:lnTo>
                    <a:pt x="3815657" y="471607"/>
                  </a:lnTo>
                  <a:lnTo>
                    <a:pt x="3815657" y="10002"/>
                  </a:lnTo>
                  <a:lnTo>
                    <a:pt x="4151871" y="10002"/>
                  </a:lnTo>
                  <a:lnTo>
                    <a:pt x="4151871" y="106170"/>
                  </a:lnTo>
                  <a:lnTo>
                    <a:pt x="3927471" y="106170"/>
                  </a:lnTo>
                  <a:lnTo>
                    <a:pt x="3927471" y="193874"/>
                  </a:lnTo>
                  <a:lnTo>
                    <a:pt x="4115630" y="19387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7825" tIns="23900" rIns="47825" bIns="239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42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" name="Google Shape;296;p34"/>
            <p:cNvSpPr/>
            <p:nvPr/>
          </p:nvSpPr>
          <p:spPr>
            <a:xfrm>
              <a:off x="6848871" y="5019579"/>
              <a:ext cx="6663058" cy="723563"/>
            </a:xfrm>
            <a:custGeom>
              <a:avLst/>
              <a:gdLst/>
              <a:ahLst/>
              <a:cxnLst/>
              <a:rect l="l" t="t" r="r" b="b"/>
              <a:pathLst>
                <a:path w="4442039" h="482375" extrusionOk="0">
                  <a:moveTo>
                    <a:pt x="379397" y="471607"/>
                  </a:moveTo>
                  <a:lnTo>
                    <a:pt x="298423" y="212339"/>
                  </a:lnTo>
                  <a:lnTo>
                    <a:pt x="221309" y="471607"/>
                  </a:lnTo>
                  <a:lnTo>
                    <a:pt x="134942" y="471607"/>
                  </a:lnTo>
                  <a:lnTo>
                    <a:pt x="0" y="10002"/>
                  </a:lnTo>
                  <a:lnTo>
                    <a:pt x="122608" y="10002"/>
                  </a:lnTo>
                  <a:lnTo>
                    <a:pt x="181216" y="254653"/>
                  </a:lnTo>
                  <a:lnTo>
                    <a:pt x="256780" y="10002"/>
                  </a:lnTo>
                  <a:lnTo>
                    <a:pt x="340065" y="10002"/>
                  </a:lnTo>
                  <a:lnTo>
                    <a:pt x="417179" y="256190"/>
                  </a:lnTo>
                  <a:lnTo>
                    <a:pt x="477328" y="10002"/>
                  </a:lnTo>
                  <a:lnTo>
                    <a:pt x="600706" y="10002"/>
                  </a:lnTo>
                  <a:lnTo>
                    <a:pt x="465764" y="471607"/>
                  </a:lnTo>
                  <a:lnTo>
                    <a:pt x="379397" y="471607"/>
                  </a:lnTo>
                  <a:close/>
                  <a:moveTo>
                    <a:pt x="855318" y="482376"/>
                  </a:moveTo>
                  <a:cubicBezTo>
                    <a:pt x="715745" y="482376"/>
                    <a:pt x="618584" y="373135"/>
                    <a:pt x="618584" y="240801"/>
                  </a:cubicBezTo>
                  <a:cubicBezTo>
                    <a:pt x="618584" y="108478"/>
                    <a:pt x="715745" y="0"/>
                    <a:pt x="855318" y="0"/>
                  </a:cubicBezTo>
                  <a:cubicBezTo>
                    <a:pt x="996432" y="0"/>
                    <a:pt x="1093592" y="108478"/>
                    <a:pt x="1093592" y="240801"/>
                  </a:cubicBezTo>
                  <a:cubicBezTo>
                    <a:pt x="1093592" y="373135"/>
                    <a:pt x="996432" y="482376"/>
                    <a:pt x="855318" y="482376"/>
                  </a:cubicBezTo>
                  <a:close/>
                  <a:moveTo>
                    <a:pt x="855318" y="373903"/>
                  </a:moveTo>
                  <a:cubicBezTo>
                    <a:pt x="923949" y="373903"/>
                    <a:pt x="977926" y="320820"/>
                    <a:pt x="977926" y="240801"/>
                  </a:cubicBezTo>
                  <a:cubicBezTo>
                    <a:pt x="977926" y="160793"/>
                    <a:pt x="923949" y="107708"/>
                    <a:pt x="855318" y="107708"/>
                  </a:cubicBezTo>
                  <a:cubicBezTo>
                    <a:pt x="788227" y="107708"/>
                    <a:pt x="734251" y="160793"/>
                    <a:pt x="734251" y="240801"/>
                  </a:cubicBezTo>
                  <a:cubicBezTo>
                    <a:pt x="734251" y="320820"/>
                    <a:pt x="788227" y="373903"/>
                    <a:pt x="855318" y="373903"/>
                  </a:cubicBezTo>
                  <a:close/>
                  <a:moveTo>
                    <a:pt x="1162899" y="10002"/>
                  </a:moveTo>
                  <a:lnTo>
                    <a:pt x="1367252" y="10002"/>
                  </a:lnTo>
                  <a:cubicBezTo>
                    <a:pt x="1472894" y="10002"/>
                    <a:pt x="1545377" y="75396"/>
                    <a:pt x="1545377" y="165409"/>
                  </a:cubicBezTo>
                  <a:cubicBezTo>
                    <a:pt x="1545377" y="229264"/>
                    <a:pt x="1512227" y="277737"/>
                    <a:pt x="1459010" y="302348"/>
                  </a:cubicBezTo>
                  <a:lnTo>
                    <a:pt x="1459010" y="310811"/>
                  </a:lnTo>
                  <a:lnTo>
                    <a:pt x="1563113" y="463913"/>
                  </a:lnTo>
                  <a:lnTo>
                    <a:pt x="1563113" y="471607"/>
                  </a:lnTo>
                  <a:lnTo>
                    <a:pt x="1435883" y="471607"/>
                  </a:lnTo>
                  <a:lnTo>
                    <a:pt x="1339493" y="320052"/>
                  </a:lnTo>
                  <a:lnTo>
                    <a:pt x="1274713" y="320052"/>
                  </a:lnTo>
                  <a:lnTo>
                    <a:pt x="1274713" y="471607"/>
                  </a:lnTo>
                  <a:lnTo>
                    <a:pt x="1162899" y="471607"/>
                  </a:lnTo>
                  <a:lnTo>
                    <a:pt x="1162899" y="10002"/>
                  </a:lnTo>
                  <a:close/>
                  <a:moveTo>
                    <a:pt x="1429711" y="165409"/>
                  </a:moveTo>
                  <a:cubicBezTo>
                    <a:pt x="1429711" y="125403"/>
                    <a:pt x="1400412" y="106170"/>
                    <a:pt x="1359539" y="106170"/>
                  </a:cubicBezTo>
                  <a:lnTo>
                    <a:pt x="1274713" y="106170"/>
                  </a:lnTo>
                  <a:lnTo>
                    <a:pt x="1274713" y="225422"/>
                  </a:lnTo>
                  <a:lnTo>
                    <a:pt x="1360310" y="225422"/>
                  </a:lnTo>
                  <a:cubicBezTo>
                    <a:pt x="1399641" y="225422"/>
                    <a:pt x="1429711" y="204646"/>
                    <a:pt x="1429711" y="165409"/>
                  </a:cubicBezTo>
                  <a:close/>
                  <a:moveTo>
                    <a:pt x="1943756" y="471607"/>
                  </a:moveTo>
                  <a:lnTo>
                    <a:pt x="1625277" y="471607"/>
                  </a:lnTo>
                  <a:lnTo>
                    <a:pt x="1625277" y="10002"/>
                  </a:lnTo>
                  <a:lnTo>
                    <a:pt x="1737092" y="10002"/>
                  </a:lnTo>
                  <a:lnTo>
                    <a:pt x="1737092" y="375440"/>
                  </a:lnTo>
                  <a:lnTo>
                    <a:pt x="1943756" y="375440"/>
                  </a:lnTo>
                  <a:lnTo>
                    <a:pt x="1943756" y="471607"/>
                  </a:lnTo>
                  <a:close/>
                  <a:moveTo>
                    <a:pt x="2433380" y="240801"/>
                  </a:moveTo>
                  <a:cubicBezTo>
                    <a:pt x="2433380" y="373135"/>
                    <a:pt x="2339301" y="471607"/>
                    <a:pt x="2190475" y="471607"/>
                  </a:cubicBezTo>
                  <a:lnTo>
                    <a:pt x="2012349" y="471607"/>
                  </a:lnTo>
                  <a:lnTo>
                    <a:pt x="2012349" y="10002"/>
                  </a:lnTo>
                  <a:lnTo>
                    <a:pt x="2190475" y="10002"/>
                  </a:lnTo>
                  <a:cubicBezTo>
                    <a:pt x="2339301" y="10002"/>
                    <a:pt x="2433380" y="108478"/>
                    <a:pt x="2433380" y="240801"/>
                  </a:cubicBezTo>
                  <a:close/>
                  <a:moveTo>
                    <a:pt x="2181992" y="106170"/>
                  </a:moveTo>
                  <a:lnTo>
                    <a:pt x="2124164" y="106170"/>
                  </a:lnTo>
                  <a:lnTo>
                    <a:pt x="2124164" y="375440"/>
                  </a:lnTo>
                  <a:lnTo>
                    <a:pt x="2181992" y="375440"/>
                  </a:lnTo>
                  <a:cubicBezTo>
                    <a:pt x="2256795" y="375440"/>
                    <a:pt x="2317714" y="325431"/>
                    <a:pt x="2317714" y="240801"/>
                  </a:cubicBezTo>
                  <a:cubicBezTo>
                    <a:pt x="2317714" y="151560"/>
                    <a:pt x="2256795" y="106170"/>
                    <a:pt x="2181992" y="106170"/>
                  </a:cubicBezTo>
                  <a:close/>
                  <a:moveTo>
                    <a:pt x="2608814" y="106170"/>
                  </a:moveTo>
                  <a:lnTo>
                    <a:pt x="2608814" y="10002"/>
                  </a:lnTo>
                  <a:lnTo>
                    <a:pt x="2981270" y="10002"/>
                  </a:lnTo>
                  <a:lnTo>
                    <a:pt x="2981270" y="106170"/>
                  </a:lnTo>
                  <a:lnTo>
                    <a:pt x="2850949" y="106170"/>
                  </a:lnTo>
                  <a:lnTo>
                    <a:pt x="2850949" y="471607"/>
                  </a:lnTo>
                  <a:lnTo>
                    <a:pt x="2739135" y="471607"/>
                  </a:lnTo>
                  <a:lnTo>
                    <a:pt x="2739135" y="106170"/>
                  </a:lnTo>
                  <a:lnTo>
                    <a:pt x="2608814" y="106170"/>
                  </a:lnTo>
                  <a:close/>
                  <a:moveTo>
                    <a:pt x="3240997" y="482376"/>
                  </a:moveTo>
                  <a:cubicBezTo>
                    <a:pt x="3101414" y="482376"/>
                    <a:pt x="3004254" y="373135"/>
                    <a:pt x="3004254" y="240801"/>
                  </a:cubicBezTo>
                  <a:cubicBezTo>
                    <a:pt x="3004254" y="108478"/>
                    <a:pt x="3101414" y="0"/>
                    <a:pt x="3240997" y="0"/>
                  </a:cubicBezTo>
                  <a:cubicBezTo>
                    <a:pt x="3382111" y="0"/>
                    <a:pt x="3479271" y="108478"/>
                    <a:pt x="3479271" y="240801"/>
                  </a:cubicBezTo>
                  <a:cubicBezTo>
                    <a:pt x="3479271" y="373135"/>
                    <a:pt x="3382111" y="482376"/>
                    <a:pt x="3240997" y="482376"/>
                  </a:cubicBezTo>
                  <a:close/>
                  <a:moveTo>
                    <a:pt x="3240997" y="373903"/>
                  </a:moveTo>
                  <a:cubicBezTo>
                    <a:pt x="3309619" y="373903"/>
                    <a:pt x="3363606" y="320820"/>
                    <a:pt x="3363606" y="240801"/>
                  </a:cubicBezTo>
                  <a:cubicBezTo>
                    <a:pt x="3363606" y="160793"/>
                    <a:pt x="3309619" y="107708"/>
                    <a:pt x="3240997" y="107708"/>
                  </a:cubicBezTo>
                  <a:cubicBezTo>
                    <a:pt x="3173907" y="107708"/>
                    <a:pt x="3119930" y="160793"/>
                    <a:pt x="3119930" y="240801"/>
                  </a:cubicBezTo>
                  <a:cubicBezTo>
                    <a:pt x="3119930" y="320820"/>
                    <a:pt x="3173907" y="373903"/>
                    <a:pt x="3240997" y="373903"/>
                  </a:cubicBezTo>
                  <a:close/>
                  <a:moveTo>
                    <a:pt x="3747529" y="482376"/>
                  </a:moveTo>
                  <a:cubicBezTo>
                    <a:pt x="3622601" y="482376"/>
                    <a:pt x="3542406" y="391598"/>
                    <a:pt x="3542406" y="272348"/>
                  </a:cubicBezTo>
                  <a:lnTo>
                    <a:pt x="3542406" y="10002"/>
                  </a:lnTo>
                  <a:lnTo>
                    <a:pt x="3654221" y="10002"/>
                  </a:lnTo>
                  <a:lnTo>
                    <a:pt x="3654221" y="272348"/>
                  </a:lnTo>
                  <a:cubicBezTo>
                    <a:pt x="3654221" y="330052"/>
                    <a:pt x="3685070" y="373903"/>
                    <a:pt x="3747529" y="373903"/>
                  </a:cubicBezTo>
                  <a:cubicBezTo>
                    <a:pt x="3812300" y="373903"/>
                    <a:pt x="3840829" y="330052"/>
                    <a:pt x="3840829" y="272348"/>
                  </a:cubicBezTo>
                  <a:lnTo>
                    <a:pt x="3840829" y="10002"/>
                  </a:lnTo>
                  <a:lnTo>
                    <a:pt x="3952644" y="10002"/>
                  </a:lnTo>
                  <a:lnTo>
                    <a:pt x="3952644" y="272348"/>
                  </a:lnTo>
                  <a:cubicBezTo>
                    <a:pt x="3952644" y="391598"/>
                    <a:pt x="3875530" y="482376"/>
                    <a:pt x="3747529" y="482376"/>
                  </a:cubicBezTo>
                  <a:close/>
                  <a:moveTo>
                    <a:pt x="4041825" y="10002"/>
                  </a:moveTo>
                  <a:lnTo>
                    <a:pt x="4246178" y="10002"/>
                  </a:lnTo>
                  <a:cubicBezTo>
                    <a:pt x="4351821" y="10002"/>
                    <a:pt x="4424304" y="75396"/>
                    <a:pt x="4424304" y="165409"/>
                  </a:cubicBezTo>
                  <a:cubicBezTo>
                    <a:pt x="4424304" y="229264"/>
                    <a:pt x="4391143" y="277737"/>
                    <a:pt x="4337937" y="302348"/>
                  </a:cubicBezTo>
                  <a:lnTo>
                    <a:pt x="4337937" y="310811"/>
                  </a:lnTo>
                  <a:lnTo>
                    <a:pt x="4442040" y="463913"/>
                  </a:lnTo>
                  <a:lnTo>
                    <a:pt x="4442040" y="471607"/>
                  </a:lnTo>
                  <a:lnTo>
                    <a:pt x="4314809" y="471607"/>
                  </a:lnTo>
                  <a:lnTo>
                    <a:pt x="4218420" y="320052"/>
                  </a:lnTo>
                  <a:lnTo>
                    <a:pt x="4153640" y="320052"/>
                  </a:lnTo>
                  <a:lnTo>
                    <a:pt x="4153640" y="471607"/>
                  </a:lnTo>
                  <a:lnTo>
                    <a:pt x="4041825" y="471607"/>
                  </a:lnTo>
                  <a:lnTo>
                    <a:pt x="4041825" y="10002"/>
                  </a:lnTo>
                  <a:close/>
                  <a:moveTo>
                    <a:pt x="4308638" y="165409"/>
                  </a:moveTo>
                  <a:cubicBezTo>
                    <a:pt x="4308638" y="125403"/>
                    <a:pt x="4279339" y="106170"/>
                    <a:pt x="4238466" y="106170"/>
                  </a:cubicBezTo>
                  <a:lnTo>
                    <a:pt x="4153640" y="106170"/>
                  </a:lnTo>
                  <a:lnTo>
                    <a:pt x="4153640" y="225422"/>
                  </a:lnTo>
                  <a:lnTo>
                    <a:pt x="4239236" y="225422"/>
                  </a:lnTo>
                  <a:cubicBezTo>
                    <a:pt x="4278559" y="225422"/>
                    <a:pt x="4308638" y="204646"/>
                    <a:pt x="4308638" y="165409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47825" tIns="23900" rIns="47825" bIns="239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42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97" name="Google Shape;297;p34" title="summit-lock-ups 1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347823" y="1328425"/>
            <a:ext cx="15940178" cy="8958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92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731520" y="548640"/>
            <a:ext cx="16642200" cy="104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900" tIns="182900" rIns="182900" bIns="182900" anchor="t" anchorCtr="0">
            <a:spAutoFit/>
          </a:bodyPr>
          <a:lstStyle>
            <a:lvl1pPr marR="0"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1257300" y="2740026"/>
            <a:ext cx="15773400" cy="65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t" anchorCtr="0">
            <a:noAutofit/>
          </a:bodyPr>
          <a:lstStyle>
            <a:lvl1pPr marL="457200" marR="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5B5B5B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57200" algn="l">
              <a:lnSpc>
                <a:spcPct val="114000"/>
              </a:lnSpc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rgbClr val="5B5B5B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19100" algn="l">
              <a:lnSpc>
                <a:spcPct val="114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Arial"/>
              <a:buChar char="•"/>
              <a:defRPr sz="3000" b="0" i="0" u="none" strike="noStrike" cap="none">
                <a:solidFill>
                  <a:srgbClr val="5B5B5B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06400" algn="l">
              <a:lnSpc>
                <a:spcPct val="114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5B5B5B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06400" algn="l">
              <a:lnSpc>
                <a:spcPct val="114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5B5B5B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06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06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06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06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/>
          <p:nvPr/>
        </p:nvSpPr>
        <p:spPr>
          <a:xfrm>
            <a:off x="7772400" y="-2319867"/>
            <a:ext cx="105156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8C8C8"/>
                </a:solidFill>
                <a:latin typeface="Arial"/>
                <a:ea typeface="Arial"/>
                <a:cs typeface="Arial"/>
                <a:sym typeface="Arial"/>
              </a:rPr>
              <a:t>SNOWFLAKE </a:t>
            </a:r>
            <a:r>
              <a:rPr lang="en-US" sz="1800">
                <a:solidFill>
                  <a:srgbClr val="C8C8C8"/>
                </a:solidFill>
              </a:rPr>
              <a:t>WORLD TOUR</a:t>
            </a:r>
            <a:r>
              <a:rPr lang="en-US" sz="1800" b="0" i="0" u="none" strike="noStrike" cap="none">
                <a:solidFill>
                  <a:srgbClr val="C8C8C8"/>
                </a:solidFill>
                <a:latin typeface="Arial"/>
                <a:ea typeface="Arial"/>
                <a:cs typeface="Arial"/>
                <a:sym typeface="Arial"/>
              </a:rPr>
              <a:t> 202</a:t>
            </a:r>
            <a:r>
              <a:rPr lang="en-US" sz="1800">
                <a:solidFill>
                  <a:srgbClr val="C8C8C8"/>
                </a:solidFill>
              </a:rPr>
              <a:t>6</a:t>
            </a:r>
            <a:endParaRPr sz="1800">
              <a:solidFill>
                <a:srgbClr val="C8C8C8"/>
              </a:solidFill>
            </a:endParaRP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8C8C8"/>
                </a:solidFill>
                <a:latin typeface="Arial"/>
                <a:ea typeface="Arial"/>
                <a:cs typeface="Arial"/>
                <a:sym typeface="Arial"/>
              </a:rPr>
              <a:t>v1.</a:t>
            </a:r>
            <a:r>
              <a:rPr lang="en-US" sz="1800">
                <a:solidFill>
                  <a:srgbClr val="C8C8C8"/>
                </a:solidFill>
              </a:rPr>
              <a:t>1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9" r:id="rId9"/>
    <p:sldLayoutId id="2147483660" r:id="rId10"/>
    <p:sldLayoutId id="2147483662" r:id="rId11"/>
    <p:sldLayoutId id="2147483664" r:id="rId12"/>
    <p:sldLayoutId id="2147483665" r:id="rId13"/>
    <p:sldLayoutId id="2147483666" r:id="rId14"/>
    <p:sldLayoutId id="2147483667" r:id="rId15"/>
    <p:sldLayoutId id="2147483668" r:id="rId16"/>
    <p:sldLayoutId id="2147483669" r:id="rId17"/>
    <p:sldLayoutId id="2147483671" r:id="rId18"/>
    <p:sldLayoutId id="2147483672" r:id="rId19"/>
    <p:sldLayoutId id="2147483673" r:id="rId20"/>
    <p:sldLayoutId id="2147483674" r:id="rId21"/>
    <p:sldLayoutId id="2147483675" r:id="rId22"/>
    <p:sldLayoutId id="2147483676" r:id="rId23"/>
    <p:sldLayoutId id="2147483677" r:id="rId24"/>
    <p:sldLayoutId id="2147483678" r:id="rId25"/>
    <p:sldLayoutId id="2147483679" r:id="rId26"/>
    <p:sldLayoutId id="2147483680" r:id="rId27"/>
  </p:sldLayoutIdLst>
  <p:transition spd="med">
    <p:fade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5760">
          <p15:clr>
            <a:srgbClr val="F26B43"/>
          </p15:clr>
        </p15:guide>
        <p15:guide id="2" orient="horz" pos="3240">
          <p15:clr>
            <a:srgbClr val="F26B43"/>
          </p15:clr>
        </p15:guide>
        <p15:guide id="3" pos="10992">
          <p15:clr>
            <a:srgbClr val="F26B43"/>
          </p15:clr>
        </p15:guide>
        <p15:guide id="4" pos="576">
          <p15:clr>
            <a:srgbClr val="F26B43"/>
          </p15:clr>
        </p15:guide>
        <p15:guide id="5" pos="8304">
          <p15:clr>
            <a:srgbClr val="F26B43"/>
          </p15:clr>
        </p15:guide>
        <p15:guide id="6" orient="horz" pos="5928">
          <p15:clr>
            <a:srgbClr val="F26B43"/>
          </p15:clr>
        </p15:guide>
        <p15:guide id="7" pos="8640">
          <p15:clr>
            <a:srgbClr val="F26B43"/>
          </p15:clr>
        </p15:guide>
        <p15:guide id="8" pos="5904">
          <p15:clr>
            <a:srgbClr val="F26B43"/>
          </p15:clr>
        </p15:guide>
        <p15:guide id="9" pos="5616">
          <p15:clr>
            <a:srgbClr val="F26B43"/>
          </p15:clr>
        </p15:guide>
        <p15:guide id="10" pos="3264">
          <p15:clr>
            <a:srgbClr val="F26B43"/>
          </p15:clr>
        </p15:guide>
        <p15:guide id="11" pos="2928">
          <p15:clr>
            <a:srgbClr val="F26B43"/>
          </p15:clr>
        </p15:guide>
        <p15:guide id="12" orient="horz" pos="79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nowflake.com/en/lp/radical-roi-generative-ai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g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38"/>
          <p:cNvSpPr txBox="1">
            <a:spLocks noGrp="1"/>
          </p:cNvSpPr>
          <p:nvPr>
            <p:ph type="subTitle" idx="1"/>
          </p:nvPr>
        </p:nvSpPr>
        <p:spPr>
          <a:xfrm>
            <a:off x="856111" y="5825456"/>
            <a:ext cx="11839200" cy="818400"/>
          </a:xfrm>
          <a:prstGeom prst="rect">
            <a:avLst/>
          </a:prstGeom>
        </p:spPr>
        <p:txBody>
          <a:bodyPr spcFirstLastPara="1" wrap="square" lIns="182900" tIns="0" rIns="91450" bIns="45700" anchor="t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>
                <a:solidFill>
                  <a:schemeClr val="lt1"/>
                </a:solidFill>
              </a:rPr>
              <a:t>INNOVATE AT SCALE WITH CONFIDENCE </a:t>
            </a:r>
            <a:r>
              <a:rPr lang="en-US" sz="4000" dirty="0"/>
              <a:t>POWERING A SECURE AND RESILIENT AI ESTATE</a:t>
            </a:r>
            <a:endParaRPr sz="100" dirty="0"/>
          </a:p>
        </p:txBody>
      </p:sp>
      <p:grpSp>
        <p:nvGrpSpPr>
          <p:cNvPr id="323" name="Google Shape;323;p38"/>
          <p:cNvGrpSpPr/>
          <p:nvPr/>
        </p:nvGrpSpPr>
        <p:grpSpPr>
          <a:xfrm>
            <a:off x="917760" y="3347545"/>
            <a:ext cx="9428685" cy="1795958"/>
            <a:chOff x="4714874" y="4067495"/>
            <a:chExt cx="8797056" cy="1675647"/>
          </a:xfrm>
        </p:grpSpPr>
        <p:sp>
          <p:nvSpPr>
            <p:cNvPr id="324" name="Google Shape;324;p38"/>
            <p:cNvSpPr/>
            <p:nvPr/>
          </p:nvSpPr>
          <p:spPr>
            <a:xfrm>
              <a:off x="4714874" y="4067495"/>
              <a:ext cx="1652517" cy="1607906"/>
            </a:xfrm>
            <a:custGeom>
              <a:avLst/>
              <a:gdLst/>
              <a:ahLst/>
              <a:cxnLst/>
              <a:rect l="l" t="t" r="r" b="b"/>
              <a:pathLst>
                <a:path w="1101678" h="1071937" extrusionOk="0">
                  <a:moveTo>
                    <a:pt x="367917" y="555563"/>
                  </a:moveTo>
                  <a:cubicBezTo>
                    <a:pt x="370248" y="548445"/>
                    <a:pt x="371218" y="541120"/>
                    <a:pt x="371043" y="533879"/>
                  </a:cubicBezTo>
                  <a:cubicBezTo>
                    <a:pt x="370773" y="528640"/>
                    <a:pt x="370073" y="523402"/>
                    <a:pt x="368538" y="518164"/>
                  </a:cubicBezTo>
                  <a:cubicBezTo>
                    <a:pt x="363917" y="501887"/>
                    <a:pt x="352964" y="487360"/>
                    <a:pt x="336555" y="478200"/>
                  </a:cubicBezTo>
                  <a:lnTo>
                    <a:pt x="103160" y="347680"/>
                  </a:lnTo>
                  <a:cubicBezTo>
                    <a:pt x="70214" y="329315"/>
                    <a:pt x="28209" y="340231"/>
                    <a:pt x="9294" y="372091"/>
                  </a:cubicBezTo>
                  <a:cubicBezTo>
                    <a:pt x="-9796" y="403912"/>
                    <a:pt x="1467" y="444546"/>
                    <a:pt x="34413" y="462957"/>
                  </a:cubicBezTo>
                  <a:lnTo>
                    <a:pt x="164836" y="536012"/>
                  </a:lnTo>
                  <a:lnTo>
                    <a:pt x="34413" y="608853"/>
                  </a:lnTo>
                  <a:cubicBezTo>
                    <a:pt x="1467" y="627302"/>
                    <a:pt x="-9756" y="667935"/>
                    <a:pt x="9294" y="699888"/>
                  </a:cubicBezTo>
                  <a:cubicBezTo>
                    <a:pt x="28209" y="731663"/>
                    <a:pt x="70214" y="742532"/>
                    <a:pt x="103160" y="724168"/>
                  </a:cubicBezTo>
                  <a:lnTo>
                    <a:pt x="336555" y="593562"/>
                  </a:lnTo>
                  <a:cubicBezTo>
                    <a:pt x="352304" y="584788"/>
                    <a:pt x="362994" y="571023"/>
                    <a:pt x="367917" y="555563"/>
                  </a:cubicBezTo>
                  <a:close/>
                  <a:moveTo>
                    <a:pt x="431256" y="677859"/>
                  </a:moveTo>
                  <a:cubicBezTo>
                    <a:pt x="417845" y="676750"/>
                    <a:pt x="403902" y="679477"/>
                    <a:pt x="391366" y="686548"/>
                  </a:cubicBezTo>
                  <a:lnTo>
                    <a:pt x="157796" y="816984"/>
                  </a:lnTo>
                  <a:cubicBezTo>
                    <a:pt x="124938" y="835388"/>
                    <a:pt x="113715" y="876236"/>
                    <a:pt x="132677" y="908105"/>
                  </a:cubicBezTo>
                  <a:cubicBezTo>
                    <a:pt x="151728" y="939888"/>
                    <a:pt x="193693" y="950837"/>
                    <a:pt x="226503" y="932346"/>
                  </a:cubicBezTo>
                  <a:lnTo>
                    <a:pt x="357363" y="859244"/>
                  </a:lnTo>
                  <a:lnTo>
                    <a:pt x="357363" y="1005315"/>
                  </a:lnTo>
                  <a:cubicBezTo>
                    <a:pt x="357363" y="1042127"/>
                    <a:pt x="388105" y="1071937"/>
                    <a:pt x="426157" y="1071937"/>
                  </a:cubicBezTo>
                  <a:cubicBezTo>
                    <a:pt x="464027" y="1071937"/>
                    <a:pt x="494865" y="1042127"/>
                    <a:pt x="494865" y="1005315"/>
                  </a:cubicBezTo>
                  <a:lnTo>
                    <a:pt x="494865" y="744183"/>
                  </a:lnTo>
                  <a:cubicBezTo>
                    <a:pt x="494865" y="709126"/>
                    <a:pt x="466803" y="680324"/>
                    <a:pt x="431256" y="677859"/>
                  </a:cubicBezTo>
                  <a:close/>
                  <a:moveTo>
                    <a:pt x="670463" y="394074"/>
                  </a:moveTo>
                  <a:cubicBezTo>
                    <a:pt x="683833" y="395137"/>
                    <a:pt x="697736" y="392371"/>
                    <a:pt x="710272" y="385385"/>
                  </a:cubicBezTo>
                  <a:lnTo>
                    <a:pt x="943795" y="254825"/>
                  </a:lnTo>
                  <a:cubicBezTo>
                    <a:pt x="976699" y="236415"/>
                    <a:pt x="987864" y="195735"/>
                    <a:pt x="968949" y="163790"/>
                  </a:cubicBezTo>
                  <a:cubicBezTo>
                    <a:pt x="949999" y="131970"/>
                    <a:pt x="907994" y="121062"/>
                    <a:pt x="875128" y="139464"/>
                  </a:cubicBezTo>
                  <a:lnTo>
                    <a:pt x="744363" y="212652"/>
                  </a:lnTo>
                  <a:lnTo>
                    <a:pt x="744363" y="66531"/>
                  </a:lnTo>
                  <a:cubicBezTo>
                    <a:pt x="744363" y="29819"/>
                    <a:pt x="713613" y="0"/>
                    <a:pt x="675568" y="0"/>
                  </a:cubicBezTo>
                  <a:cubicBezTo>
                    <a:pt x="637516" y="0"/>
                    <a:pt x="606853" y="29819"/>
                    <a:pt x="606853" y="66531"/>
                  </a:cubicBezTo>
                  <a:lnTo>
                    <a:pt x="606853" y="327666"/>
                  </a:lnTo>
                  <a:cubicBezTo>
                    <a:pt x="606853" y="362684"/>
                    <a:pt x="634837" y="391524"/>
                    <a:pt x="670463" y="394074"/>
                  </a:cubicBezTo>
                  <a:close/>
                  <a:moveTo>
                    <a:pt x="157796" y="254825"/>
                  </a:moveTo>
                  <a:lnTo>
                    <a:pt x="391366" y="385385"/>
                  </a:lnTo>
                  <a:cubicBezTo>
                    <a:pt x="403902" y="392371"/>
                    <a:pt x="417845" y="395137"/>
                    <a:pt x="431256" y="394074"/>
                  </a:cubicBezTo>
                  <a:cubicBezTo>
                    <a:pt x="466803" y="391524"/>
                    <a:pt x="494865" y="362684"/>
                    <a:pt x="494865" y="327666"/>
                  </a:cubicBezTo>
                  <a:lnTo>
                    <a:pt x="494865" y="66531"/>
                  </a:lnTo>
                  <a:cubicBezTo>
                    <a:pt x="494865" y="29819"/>
                    <a:pt x="464027" y="0"/>
                    <a:pt x="426157" y="0"/>
                  </a:cubicBezTo>
                  <a:cubicBezTo>
                    <a:pt x="388105" y="0"/>
                    <a:pt x="357363" y="29819"/>
                    <a:pt x="357363" y="66531"/>
                  </a:cubicBezTo>
                  <a:lnTo>
                    <a:pt x="357363" y="212652"/>
                  </a:lnTo>
                  <a:lnTo>
                    <a:pt x="226503" y="139464"/>
                  </a:lnTo>
                  <a:cubicBezTo>
                    <a:pt x="193693" y="121062"/>
                    <a:pt x="151728" y="131970"/>
                    <a:pt x="132677" y="163790"/>
                  </a:cubicBezTo>
                  <a:cubicBezTo>
                    <a:pt x="113715" y="195735"/>
                    <a:pt x="124938" y="236415"/>
                    <a:pt x="157796" y="254825"/>
                  </a:cubicBezTo>
                  <a:close/>
                  <a:moveTo>
                    <a:pt x="596728" y="535467"/>
                  </a:moveTo>
                  <a:cubicBezTo>
                    <a:pt x="596728" y="531677"/>
                    <a:pt x="594357" y="526392"/>
                    <a:pt x="591589" y="523581"/>
                  </a:cubicBezTo>
                  <a:lnTo>
                    <a:pt x="563480" y="496489"/>
                  </a:lnTo>
                  <a:cubicBezTo>
                    <a:pt x="560712" y="493809"/>
                    <a:pt x="555255" y="491589"/>
                    <a:pt x="551334" y="491589"/>
                  </a:cubicBezTo>
                  <a:lnTo>
                    <a:pt x="550236" y="491589"/>
                  </a:lnTo>
                  <a:cubicBezTo>
                    <a:pt x="546322" y="491589"/>
                    <a:pt x="540874" y="493809"/>
                    <a:pt x="538146" y="496489"/>
                  </a:cubicBezTo>
                  <a:lnTo>
                    <a:pt x="510036" y="523581"/>
                  </a:lnTo>
                  <a:cubicBezTo>
                    <a:pt x="507221" y="526392"/>
                    <a:pt x="505065" y="531677"/>
                    <a:pt x="505065" y="535467"/>
                  </a:cubicBezTo>
                  <a:lnTo>
                    <a:pt x="505065" y="536530"/>
                  </a:lnTo>
                  <a:cubicBezTo>
                    <a:pt x="505065" y="540281"/>
                    <a:pt x="507221" y="545519"/>
                    <a:pt x="510036" y="548246"/>
                  </a:cubicBezTo>
                  <a:lnTo>
                    <a:pt x="538146" y="575422"/>
                  </a:lnTo>
                  <a:cubicBezTo>
                    <a:pt x="540914" y="578103"/>
                    <a:pt x="546322" y="580322"/>
                    <a:pt x="550236" y="580322"/>
                  </a:cubicBezTo>
                  <a:lnTo>
                    <a:pt x="551334" y="580322"/>
                  </a:lnTo>
                  <a:cubicBezTo>
                    <a:pt x="555255" y="580322"/>
                    <a:pt x="560712" y="578103"/>
                    <a:pt x="563480" y="575422"/>
                  </a:cubicBezTo>
                  <a:lnTo>
                    <a:pt x="591589" y="548246"/>
                  </a:lnTo>
                  <a:cubicBezTo>
                    <a:pt x="594357" y="545519"/>
                    <a:pt x="596728" y="540281"/>
                    <a:pt x="596728" y="536530"/>
                  </a:cubicBezTo>
                  <a:lnTo>
                    <a:pt x="596728" y="535467"/>
                  </a:lnTo>
                  <a:close/>
                  <a:moveTo>
                    <a:pt x="674333" y="561526"/>
                  </a:moveTo>
                  <a:lnTo>
                    <a:pt x="577254" y="655418"/>
                  </a:lnTo>
                  <a:cubicBezTo>
                    <a:pt x="574478" y="658184"/>
                    <a:pt x="569117" y="660441"/>
                    <a:pt x="565069" y="660441"/>
                  </a:cubicBezTo>
                  <a:lnTo>
                    <a:pt x="558029" y="660441"/>
                  </a:lnTo>
                  <a:lnTo>
                    <a:pt x="543688" y="660441"/>
                  </a:lnTo>
                  <a:lnTo>
                    <a:pt x="536522" y="660441"/>
                  </a:lnTo>
                  <a:cubicBezTo>
                    <a:pt x="532600" y="660441"/>
                    <a:pt x="527152" y="658184"/>
                    <a:pt x="524336" y="655418"/>
                  </a:cubicBezTo>
                  <a:lnTo>
                    <a:pt x="427304" y="561526"/>
                  </a:lnTo>
                  <a:cubicBezTo>
                    <a:pt x="424528" y="558883"/>
                    <a:pt x="422286" y="553561"/>
                    <a:pt x="422286" y="549817"/>
                  </a:cubicBezTo>
                  <a:lnTo>
                    <a:pt x="422286" y="542869"/>
                  </a:lnTo>
                  <a:lnTo>
                    <a:pt x="422286" y="528980"/>
                  </a:lnTo>
                  <a:lnTo>
                    <a:pt x="422286" y="522124"/>
                  </a:lnTo>
                  <a:cubicBezTo>
                    <a:pt x="422286" y="518289"/>
                    <a:pt x="424528" y="512965"/>
                    <a:pt x="427304" y="510285"/>
                  </a:cubicBezTo>
                  <a:lnTo>
                    <a:pt x="524336" y="416392"/>
                  </a:lnTo>
                  <a:cubicBezTo>
                    <a:pt x="527152" y="413627"/>
                    <a:pt x="532600" y="411454"/>
                    <a:pt x="536522" y="411454"/>
                  </a:cubicBezTo>
                  <a:lnTo>
                    <a:pt x="543688" y="411454"/>
                  </a:lnTo>
                  <a:lnTo>
                    <a:pt x="558029" y="411454"/>
                  </a:lnTo>
                  <a:lnTo>
                    <a:pt x="565069" y="411454"/>
                  </a:lnTo>
                  <a:cubicBezTo>
                    <a:pt x="569030" y="411454"/>
                    <a:pt x="574478" y="413627"/>
                    <a:pt x="577254" y="416392"/>
                  </a:cubicBezTo>
                  <a:lnTo>
                    <a:pt x="674333" y="510285"/>
                  </a:lnTo>
                  <a:cubicBezTo>
                    <a:pt x="677101" y="512965"/>
                    <a:pt x="679345" y="518289"/>
                    <a:pt x="679345" y="522124"/>
                  </a:cubicBezTo>
                  <a:lnTo>
                    <a:pt x="679345" y="528980"/>
                  </a:lnTo>
                  <a:lnTo>
                    <a:pt x="679345" y="542869"/>
                  </a:lnTo>
                  <a:lnTo>
                    <a:pt x="679345" y="549817"/>
                  </a:lnTo>
                  <a:cubicBezTo>
                    <a:pt x="679345" y="553561"/>
                    <a:pt x="677101" y="558883"/>
                    <a:pt x="674333" y="561526"/>
                  </a:cubicBezTo>
                  <a:close/>
                  <a:moveTo>
                    <a:pt x="943795" y="816984"/>
                  </a:moveTo>
                  <a:lnTo>
                    <a:pt x="710272" y="686548"/>
                  </a:lnTo>
                  <a:cubicBezTo>
                    <a:pt x="697736" y="679477"/>
                    <a:pt x="683833" y="676750"/>
                    <a:pt x="670463" y="677859"/>
                  </a:cubicBezTo>
                  <a:cubicBezTo>
                    <a:pt x="634837" y="680324"/>
                    <a:pt x="606853" y="709126"/>
                    <a:pt x="606853" y="744183"/>
                  </a:cubicBezTo>
                  <a:lnTo>
                    <a:pt x="606853" y="1005315"/>
                  </a:lnTo>
                  <a:cubicBezTo>
                    <a:pt x="606853" y="1042127"/>
                    <a:pt x="637516" y="1071937"/>
                    <a:pt x="675568" y="1071937"/>
                  </a:cubicBezTo>
                  <a:cubicBezTo>
                    <a:pt x="713613" y="1071937"/>
                    <a:pt x="744363" y="1042127"/>
                    <a:pt x="744363" y="1005315"/>
                  </a:cubicBezTo>
                  <a:lnTo>
                    <a:pt x="744363" y="859244"/>
                  </a:lnTo>
                  <a:lnTo>
                    <a:pt x="875128" y="932346"/>
                  </a:lnTo>
                  <a:cubicBezTo>
                    <a:pt x="907985" y="950837"/>
                    <a:pt x="949999" y="939888"/>
                    <a:pt x="968949" y="908105"/>
                  </a:cubicBezTo>
                  <a:cubicBezTo>
                    <a:pt x="987864" y="876236"/>
                    <a:pt x="976699" y="835388"/>
                    <a:pt x="943795" y="816984"/>
                  </a:cubicBezTo>
                  <a:close/>
                  <a:moveTo>
                    <a:pt x="1067260" y="462957"/>
                  </a:moveTo>
                  <a:lnTo>
                    <a:pt x="936834" y="536012"/>
                  </a:lnTo>
                  <a:lnTo>
                    <a:pt x="1067260" y="608853"/>
                  </a:lnTo>
                  <a:cubicBezTo>
                    <a:pt x="1100201" y="627302"/>
                    <a:pt x="1111461" y="667935"/>
                    <a:pt x="1092413" y="699888"/>
                  </a:cubicBezTo>
                  <a:cubicBezTo>
                    <a:pt x="1073413" y="731663"/>
                    <a:pt x="1031370" y="742532"/>
                    <a:pt x="998553" y="724168"/>
                  </a:cubicBezTo>
                  <a:lnTo>
                    <a:pt x="764979" y="593562"/>
                  </a:lnTo>
                  <a:cubicBezTo>
                    <a:pt x="749404" y="584788"/>
                    <a:pt x="738587" y="571023"/>
                    <a:pt x="733791" y="555563"/>
                  </a:cubicBezTo>
                  <a:cubicBezTo>
                    <a:pt x="731508" y="548445"/>
                    <a:pt x="730450" y="541120"/>
                    <a:pt x="730713" y="533879"/>
                  </a:cubicBezTo>
                  <a:cubicBezTo>
                    <a:pt x="730848" y="528640"/>
                    <a:pt x="731635" y="523402"/>
                    <a:pt x="733130" y="518164"/>
                  </a:cubicBezTo>
                  <a:cubicBezTo>
                    <a:pt x="737800" y="501887"/>
                    <a:pt x="748753" y="487367"/>
                    <a:pt x="764979" y="478200"/>
                  </a:cubicBezTo>
                  <a:lnTo>
                    <a:pt x="998553" y="347680"/>
                  </a:lnTo>
                  <a:cubicBezTo>
                    <a:pt x="1031370" y="329315"/>
                    <a:pt x="1073413" y="340231"/>
                    <a:pt x="1092413" y="372091"/>
                  </a:cubicBezTo>
                  <a:cubicBezTo>
                    <a:pt x="1111461" y="403912"/>
                    <a:pt x="1100201" y="444546"/>
                    <a:pt x="1067260" y="46295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46900" tIns="73425" rIns="146900" bIns="7342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94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" name="Google Shape;325;p38"/>
            <p:cNvSpPr/>
            <p:nvPr/>
          </p:nvSpPr>
          <p:spPr>
            <a:xfrm>
              <a:off x="6865060" y="4094534"/>
              <a:ext cx="6227805" cy="723565"/>
            </a:xfrm>
            <a:custGeom>
              <a:avLst/>
              <a:gdLst/>
              <a:ahLst/>
              <a:cxnLst/>
              <a:rect l="l" t="t" r="r" b="b"/>
              <a:pathLst>
                <a:path w="4151870" h="482377" extrusionOk="0">
                  <a:moveTo>
                    <a:pt x="0" y="420061"/>
                  </a:moveTo>
                  <a:lnTo>
                    <a:pt x="60919" y="334664"/>
                  </a:lnTo>
                  <a:cubicBezTo>
                    <a:pt x="60919" y="334664"/>
                    <a:pt x="127239" y="379286"/>
                    <a:pt x="189699" y="379286"/>
                  </a:cubicBezTo>
                  <a:cubicBezTo>
                    <a:pt x="224399" y="379286"/>
                    <a:pt x="240594" y="363900"/>
                    <a:pt x="240594" y="340819"/>
                  </a:cubicBezTo>
                  <a:cubicBezTo>
                    <a:pt x="240594" y="316969"/>
                    <a:pt x="225940" y="304660"/>
                    <a:pt x="161170" y="285426"/>
                  </a:cubicBezTo>
                  <a:cubicBezTo>
                    <a:pt x="64010" y="256961"/>
                    <a:pt x="8483" y="219263"/>
                    <a:pt x="8483" y="143098"/>
                  </a:cubicBezTo>
                  <a:cubicBezTo>
                    <a:pt x="8483" y="59240"/>
                    <a:pt x="65550" y="0"/>
                    <a:pt x="187388" y="0"/>
                  </a:cubicBezTo>
                  <a:cubicBezTo>
                    <a:pt x="313077" y="0"/>
                    <a:pt x="361662" y="49238"/>
                    <a:pt x="361662" y="49238"/>
                  </a:cubicBezTo>
                  <a:lnTo>
                    <a:pt x="301513" y="140021"/>
                  </a:lnTo>
                  <a:cubicBezTo>
                    <a:pt x="301513" y="140021"/>
                    <a:pt x="252928" y="101554"/>
                    <a:pt x="187388" y="101554"/>
                  </a:cubicBezTo>
                  <a:cubicBezTo>
                    <a:pt x="149597" y="101554"/>
                    <a:pt x="137263" y="116172"/>
                    <a:pt x="137263" y="135405"/>
                  </a:cubicBezTo>
                  <a:cubicBezTo>
                    <a:pt x="137263" y="158485"/>
                    <a:pt x="157309" y="167717"/>
                    <a:pt x="210515" y="183104"/>
                  </a:cubicBezTo>
                  <a:cubicBezTo>
                    <a:pt x="313077" y="211570"/>
                    <a:pt x="371685" y="251575"/>
                    <a:pt x="371685" y="328510"/>
                  </a:cubicBezTo>
                  <a:cubicBezTo>
                    <a:pt x="371685" y="412368"/>
                    <a:pt x="315388" y="481609"/>
                    <a:pt x="193550" y="481609"/>
                  </a:cubicBezTo>
                  <a:cubicBezTo>
                    <a:pt x="65550" y="481609"/>
                    <a:pt x="0" y="420061"/>
                    <a:pt x="0" y="420061"/>
                  </a:cubicBezTo>
                  <a:close/>
                  <a:moveTo>
                    <a:pt x="859968" y="10002"/>
                  </a:moveTo>
                  <a:lnTo>
                    <a:pt x="859968" y="471607"/>
                  </a:lnTo>
                  <a:lnTo>
                    <a:pt x="773602" y="471607"/>
                  </a:lnTo>
                  <a:lnTo>
                    <a:pt x="551513" y="202337"/>
                  </a:lnTo>
                  <a:lnTo>
                    <a:pt x="551513" y="471607"/>
                  </a:lnTo>
                  <a:lnTo>
                    <a:pt x="440468" y="471607"/>
                  </a:lnTo>
                  <a:lnTo>
                    <a:pt x="440468" y="10002"/>
                  </a:lnTo>
                  <a:lnTo>
                    <a:pt x="526835" y="10002"/>
                  </a:lnTo>
                  <a:lnTo>
                    <a:pt x="748924" y="274656"/>
                  </a:lnTo>
                  <a:lnTo>
                    <a:pt x="748924" y="10002"/>
                  </a:lnTo>
                  <a:lnTo>
                    <a:pt x="859968" y="10002"/>
                  </a:lnTo>
                  <a:close/>
                  <a:moveTo>
                    <a:pt x="1166075" y="482378"/>
                  </a:moveTo>
                  <a:cubicBezTo>
                    <a:pt x="1026501" y="482378"/>
                    <a:pt x="929341" y="373131"/>
                    <a:pt x="929341" y="240805"/>
                  </a:cubicBezTo>
                  <a:cubicBezTo>
                    <a:pt x="929341" y="108478"/>
                    <a:pt x="1026501" y="0"/>
                    <a:pt x="1166075" y="0"/>
                  </a:cubicBezTo>
                  <a:cubicBezTo>
                    <a:pt x="1307198" y="0"/>
                    <a:pt x="1404358" y="108478"/>
                    <a:pt x="1404358" y="240805"/>
                  </a:cubicBezTo>
                  <a:cubicBezTo>
                    <a:pt x="1404358" y="373131"/>
                    <a:pt x="1307198" y="482378"/>
                    <a:pt x="1166075" y="482378"/>
                  </a:cubicBezTo>
                  <a:close/>
                  <a:moveTo>
                    <a:pt x="1166075" y="373901"/>
                  </a:moveTo>
                  <a:cubicBezTo>
                    <a:pt x="1234706" y="373901"/>
                    <a:pt x="1288692" y="320816"/>
                    <a:pt x="1288692" y="240805"/>
                  </a:cubicBezTo>
                  <a:cubicBezTo>
                    <a:pt x="1288692" y="160793"/>
                    <a:pt x="1234706" y="107709"/>
                    <a:pt x="1166075" y="107709"/>
                  </a:cubicBezTo>
                  <a:cubicBezTo>
                    <a:pt x="1098994" y="107709"/>
                    <a:pt x="1045007" y="160793"/>
                    <a:pt x="1045007" y="240805"/>
                  </a:cubicBezTo>
                  <a:cubicBezTo>
                    <a:pt x="1045007" y="320816"/>
                    <a:pt x="1098994" y="373901"/>
                    <a:pt x="1166075" y="373901"/>
                  </a:cubicBezTo>
                  <a:close/>
                  <a:moveTo>
                    <a:pt x="1801662" y="471607"/>
                  </a:moveTo>
                  <a:lnTo>
                    <a:pt x="1720697" y="212339"/>
                  </a:lnTo>
                  <a:lnTo>
                    <a:pt x="1643584" y="471607"/>
                  </a:lnTo>
                  <a:lnTo>
                    <a:pt x="1557217" y="471607"/>
                  </a:lnTo>
                  <a:lnTo>
                    <a:pt x="1422265" y="10002"/>
                  </a:lnTo>
                  <a:lnTo>
                    <a:pt x="1544873" y="10002"/>
                  </a:lnTo>
                  <a:lnTo>
                    <a:pt x="1603481" y="254653"/>
                  </a:lnTo>
                  <a:lnTo>
                    <a:pt x="1679054" y="10002"/>
                  </a:lnTo>
                  <a:lnTo>
                    <a:pt x="1762331" y="10002"/>
                  </a:lnTo>
                  <a:lnTo>
                    <a:pt x="1839444" y="256191"/>
                  </a:lnTo>
                  <a:lnTo>
                    <a:pt x="1899593" y="10002"/>
                  </a:lnTo>
                  <a:lnTo>
                    <a:pt x="2022971" y="10002"/>
                  </a:lnTo>
                  <a:lnTo>
                    <a:pt x="1888029" y="471607"/>
                  </a:lnTo>
                  <a:lnTo>
                    <a:pt x="1801662" y="471607"/>
                  </a:lnTo>
                  <a:close/>
                  <a:moveTo>
                    <a:pt x="2378329" y="194644"/>
                  </a:moveTo>
                  <a:lnTo>
                    <a:pt x="2378329" y="282349"/>
                  </a:lnTo>
                  <a:lnTo>
                    <a:pt x="2190180" y="282349"/>
                  </a:lnTo>
                  <a:lnTo>
                    <a:pt x="2190180" y="471607"/>
                  </a:lnTo>
                  <a:lnTo>
                    <a:pt x="2078365" y="471607"/>
                  </a:lnTo>
                  <a:lnTo>
                    <a:pt x="2078365" y="10002"/>
                  </a:lnTo>
                  <a:lnTo>
                    <a:pt x="2417660" y="10002"/>
                  </a:lnTo>
                  <a:lnTo>
                    <a:pt x="2417660" y="106170"/>
                  </a:lnTo>
                  <a:lnTo>
                    <a:pt x="2190180" y="106170"/>
                  </a:lnTo>
                  <a:lnTo>
                    <a:pt x="2190180" y="194644"/>
                  </a:lnTo>
                  <a:lnTo>
                    <a:pt x="2378329" y="194644"/>
                  </a:lnTo>
                  <a:close/>
                  <a:moveTo>
                    <a:pt x="2811018" y="471607"/>
                  </a:moveTo>
                  <a:lnTo>
                    <a:pt x="2492539" y="471607"/>
                  </a:lnTo>
                  <a:lnTo>
                    <a:pt x="2492539" y="10002"/>
                  </a:lnTo>
                  <a:lnTo>
                    <a:pt x="2604354" y="10002"/>
                  </a:lnTo>
                  <a:lnTo>
                    <a:pt x="2604354" y="375439"/>
                  </a:lnTo>
                  <a:lnTo>
                    <a:pt x="2811018" y="375439"/>
                  </a:lnTo>
                  <a:lnTo>
                    <a:pt x="2811018" y="471607"/>
                  </a:lnTo>
                  <a:close/>
                  <a:moveTo>
                    <a:pt x="3123287" y="10002"/>
                  </a:moveTo>
                  <a:lnTo>
                    <a:pt x="3299881" y="471607"/>
                  </a:lnTo>
                  <a:lnTo>
                    <a:pt x="3179584" y="471607"/>
                  </a:lnTo>
                  <a:lnTo>
                    <a:pt x="3151055" y="388518"/>
                  </a:lnTo>
                  <a:lnTo>
                    <a:pt x="2973690" y="388518"/>
                  </a:lnTo>
                  <a:lnTo>
                    <a:pt x="2945161" y="471607"/>
                  </a:lnTo>
                  <a:lnTo>
                    <a:pt x="2824864" y="471607"/>
                  </a:lnTo>
                  <a:lnTo>
                    <a:pt x="3001449" y="10002"/>
                  </a:lnTo>
                  <a:lnTo>
                    <a:pt x="3123287" y="10002"/>
                  </a:lnTo>
                  <a:close/>
                  <a:moveTo>
                    <a:pt x="3062368" y="130020"/>
                  </a:moveTo>
                  <a:lnTo>
                    <a:pt x="3003769" y="300813"/>
                  </a:lnTo>
                  <a:lnTo>
                    <a:pt x="3120976" y="300813"/>
                  </a:lnTo>
                  <a:lnTo>
                    <a:pt x="3062368" y="130020"/>
                  </a:lnTo>
                  <a:close/>
                  <a:moveTo>
                    <a:pt x="3452293" y="10002"/>
                  </a:moveTo>
                  <a:lnTo>
                    <a:pt x="3452293" y="203107"/>
                  </a:lnTo>
                  <a:lnTo>
                    <a:pt x="3627346" y="10002"/>
                  </a:lnTo>
                  <a:lnTo>
                    <a:pt x="3763829" y="10002"/>
                  </a:lnTo>
                  <a:lnTo>
                    <a:pt x="3763829" y="20004"/>
                  </a:lnTo>
                  <a:lnTo>
                    <a:pt x="3593416" y="207723"/>
                  </a:lnTo>
                  <a:lnTo>
                    <a:pt x="3763829" y="460837"/>
                  </a:lnTo>
                  <a:lnTo>
                    <a:pt x="3763829" y="471607"/>
                  </a:lnTo>
                  <a:lnTo>
                    <a:pt x="3637370" y="471607"/>
                  </a:lnTo>
                  <a:lnTo>
                    <a:pt x="3517072" y="291581"/>
                  </a:lnTo>
                  <a:lnTo>
                    <a:pt x="3452293" y="363900"/>
                  </a:lnTo>
                  <a:lnTo>
                    <a:pt x="3452293" y="471607"/>
                  </a:lnTo>
                  <a:lnTo>
                    <a:pt x="3340488" y="471607"/>
                  </a:lnTo>
                  <a:lnTo>
                    <a:pt x="3340488" y="10002"/>
                  </a:lnTo>
                  <a:lnTo>
                    <a:pt x="3452293" y="10002"/>
                  </a:lnTo>
                  <a:close/>
                  <a:moveTo>
                    <a:pt x="4115630" y="193874"/>
                  </a:moveTo>
                  <a:lnTo>
                    <a:pt x="4115630" y="281580"/>
                  </a:lnTo>
                  <a:lnTo>
                    <a:pt x="3927471" y="281580"/>
                  </a:lnTo>
                  <a:lnTo>
                    <a:pt x="3927471" y="375439"/>
                  </a:lnTo>
                  <a:lnTo>
                    <a:pt x="4151871" y="375439"/>
                  </a:lnTo>
                  <a:lnTo>
                    <a:pt x="4151871" y="471607"/>
                  </a:lnTo>
                  <a:lnTo>
                    <a:pt x="3815657" y="471607"/>
                  </a:lnTo>
                  <a:lnTo>
                    <a:pt x="3815657" y="10002"/>
                  </a:lnTo>
                  <a:lnTo>
                    <a:pt x="4151871" y="10002"/>
                  </a:lnTo>
                  <a:lnTo>
                    <a:pt x="4151871" y="106170"/>
                  </a:lnTo>
                  <a:lnTo>
                    <a:pt x="3927471" y="106170"/>
                  </a:lnTo>
                  <a:lnTo>
                    <a:pt x="3927471" y="193874"/>
                  </a:lnTo>
                  <a:lnTo>
                    <a:pt x="4115630" y="19387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46900" tIns="73425" rIns="146900" bIns="7342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94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" name="Google Shape;326;p38"/>
            <p:cNvSpPr/>
            <p:nvPr/>
          </p:nvSpPr>
          <p:spPr>
            <a:xfrm>
              <a:off x="6848871" y="5019579"/>
              <a:ext cx="6663058" cy="723563"/>
            </a:xfrm>
            <a:custGeom>
              <a:avLst/>
              <a:gdLst/>
              <a:ahLst/>
              <a:cxnLst/>
              <a:rect l="l" t="t" r="r" b="b"/>
              <a:pathLst>
                <a:path w="4442039" h="482375" extrusionOk="0">
                  <a:moveTo>
                    <a:pt x="379397" y="471607"/>
                  </a:moveTo>
                  <a:lnTo>
                    <a:pt x="298423" y="212339"/>
                  </a:lnTo>
                  <a:lnTo>
                    <a:pt x="221309" y="471607"/>
                  </a:lnTo>
                  <a:lnTo>
                    <a:pt x="134942" y="471607"/>
                  </a:lnTo>
                  <a:lnTo>
                    <a:pt x="0" y="10002"/>
                  </a:lnTo>
                  <a:lnTo>
                    <a:pt x="122608" y="10002"/>
                  </a:lnTo>
                  <a:lnTo>
                    <a:pt x="181216" y="254653"/>
                  </a:lnTo>
                  <a:lnTo>
                    <a:pt x="256780" y="10002"/>
                  </a:lnTo>
                  <a:lnTo>
                    <a:pt x="340065" y="10002"/>
                  </a:lnTo>
                  <a:lnTo>
                    <a:pt x="417179" y="256190"/>
                  </a:lnTo>
                  <a:lnTo>
                    <a:pt x="477328" y="10002"/>
                  </a:lnTo>
                  <a:lnTo>
                    <a:pt x="600706" y="10002"/>
                  </a:lnTo>
                  <a:lnTo>
                    <a:pt x="465764" y="471607"/>
                  </a:lnTo>
                  <a:lnTo>
                    <a:pt x="379397" y="471607"/>
                  </a:lnTo>
                  <a:close/>
                  <a:moveTo>
                    <a:pt x="855318" y="482376"/>
                  </a:moveTo>
                  <a:cubicBezTo>
                    <a:pt x="715745" y="482376"/>
                    <a:pt x="618584" y="373135"/>
                    <a:pt x="618584" y="240801"/>
                  </a:cubicBezTo>
                  <a:cubicBezTo>
                    <a:pt x="618584" y="108478"/>
                    <a:pt x="715745" y="0"/>
                    <a:pt x="855318" y="0"/>
                  </a:cubicBezTo>
                  <a:cubicBezTo>
                    <a:pt x="996432" y="0"/>
                    <a:pt x="1093592" y="108478"/>
                    <a:pt x="1093592" y="240801"/>
                  </a:cubicBezTo>
                  <a:cubicBezTo>
                    <a:pt x="1093592" y="373135"/>
                    <a:pt x="996432" y="482376"/>
                    <a:pt x="855318" y="482376"/>
                  </a:cubicBezTo>
                  <a:close/>
                  <a:moveTo>
                    <a:pt x="855318" y="373903"/>
                  </a:moveTo>
                  <a:cubicBezTo>
                    <a:pt x="923949" y="373903"/>
                    <a:pt x="977926" y="320820"/>
                    <a:pt x="977926" y="240801"/>
                  </a:cubicBezTo>
                  <a:cubicBezTo>
                    <a:pt x="977926" y="160793"/>
                    <a:pt x="923949" y="107708"/>
                    <a:pt x="855318" y="107708"/>
                  </a:cubicBezTo>
                  <a:cubicBezTo>
                    <a:pt x="788227" y="107708"/>
                    <a:pt x="734251" y="160793"/>
                    <a:pt x="734251" y="240801"/>
                  </a:cubicBezTo>
                  <a:cubicBezTo>
                    <a:pt x="734251" y="320820"/>
                    <a:pt x="788227" y="373903"/>
                    <a:pt x="855318" y="373903"/>
                  </a:cubicBezTo>
                  <a:close/>
                  <a:moveTo>
                    <a:pt x="1162899" y="10002"/>
                  </a:moveTo>
                  <a:lnTo>
                    <a:pt x="1367252" y="10002"/>
                  </a:lnTo>
                  <a:cubicBezTo>
                    <a:pt x="1472894" y="10002"/>
                    <a:pt x="1545377" y="75396"/>
                    <a:pt x="1545377" y="165409"/>
                  </a:cubicBezTo>
                  <a:cubicBezTo>
                    <a:pt x="1545377" y="229264"/>
                    <a:pt x="1512227" y="277737"/>
                    <a:pt x="1459010" y="302348"/>
                  </a:cubicBezTo>
                  <a:lnTo>
                    <a:pt x="1459010" y="310811"/>
                  </a:lnTo>
                  <a:lnTo>
                    <a:pt x="1563113" y="463913"/>
                  </a:lnTo>
                  <a:lnTo>
                    <a:pt x="1563113" y="471607"/>
                  </a:lnTo>
                  <a:lnTo>
                    <a:pt x="1435883" y="471607"/>
                  </a:lnTo>
                  <a:lnTo>
                    <a:pt x="1339493" y="320052"/>
                  </a:lnTo>
                  <a:lnTo>
                    <a:pt x="1274713" y="320052"/>
                  </a:lnTo>
                  <a:lnTo>
                    <a:pt x="1274713" y="471607"/>
                  </a:lnTo>
                  <a:lnTo>
                    <a:pt x="1162899" y="471607"/>
                  </a:lnTo>
                  <a:lnTo>
                    <a:pt x="1162899" y="10002"/>
                  </a:lnTo>
                  <a:close/>
                  <a:moveTo>
                    <a:pt x="1429711" y="165409"/>
                  </a:moveTo>
                  <a:cubicBezTo>
                    <a:pt x="1429711" y="125403"/>
                    <a:pt x="1400412" y="106170"/>
                    <a:pt x="1359539" y="106170"/>
                  </a:cubicBezTo>
                  <a:lnTo>
                    <a:pt x="1274713" y="106170"/>
                  </a:lnTo>
                  <a:lnTo>
                    <a:pt x="1274713" y="225422"/>
                  </a:lnTo>
                  <a:lnTo>
                    <a:pt x="1360310" y="225422"/>
                  </a:lnTo>
                  <a:cubicBezTo>
                    <a:pt x="1399641" y="225422"/>
                    <a:pt x="1429711" y="204646"/>
                    <a:pt x="1429711" y="165409"/>
                  </a:cubicBezTo>
                  <a:close/>
                  <a:moveTo>
                    <a:pt x="1943756" y="471607"/>
                  </a:moveTo>
                  <a:lnTo>
                    <a:pt x="1625277" y="471607"/>
                  </a:lnTo>
                  <a:lnTo>
                    <a:pt x="1625277" y="10002"/>
                  </a:lnTo>
                  <a:lnTo>
                    <a:pt x="1737092" y="10002"/>
                  </a:lnTo>
                  <a:lnTo>
                    <a:pt x="1737092" y="375440"/>
                  </a:lnTo>
                  <a:lnTo>
                    <a:pt x="1943756" y="375440"/>
                  </a:lnTo>
                  <a:lnTo>
                    <a:pt x="1943756" y="471607"/>
                  </a:lnTo>
                  <a:close/>
                  <a:moveTo>
                    <a:pt x="2433380" y="240801"/>
                  </a:moveTo>
                  <a:cubicBezTo>
                    <a:pt x="2433380" y="373135"/>
                    <a:pt x="2339301" y="471607"/>
                    <a:pt x="2190475" y="471607"/>
                  </a:cubicBezTo>
                  <a:lnTo>
                    <a:pt x="2012349" y="471607"/>
                  </a:lnTo>
                  <a:lnTo>
                    <a:pt x="2012349" y="10002"/>
                  </a:lnTo>
                  <a:lnTo>
                    <a:pt x="2190475" y="10002"/>
                  </a:lnTo>
                  <a:cubicBezTo>
                    <a:pt x="2339301" y="10002"/>
                    <a:pt x="2433380" y="108478"/>
                    <a:pt x="2433380" y="240801"/>
                  </a:cubicBezTo>
                  <a:close/>
                  <a:moveTo>
                    <a:pt x="2181992" y="106170"/>
                  </a:moveTo>
                  <a:lnTo>
                    <a:pt x="2124164" y="106170"/>
                  </a:lnTo>
                  <a:lnTo>
                    <a:pt x="2124164" y="375440"/>
                  </a:lnTo>
                  <a:lnTo>
                    <a:pt x="2181992" y="375440"/>
                  </a:lnTo>
                  <a:cubicBezTo>
                    <a:pt x="2256795" y="375440"/>
                    <a:pt x="2317714" y="325431"/>
                    <a:pt x="2317714" y="240801"/>
                  </a:cubicBezTo>
                  <a:cubicBezTo>
                    <a:pt x="2317714" y="151560"/>
                    <a:pt x="2256795" y="106170"/>
                    <a:pt x="2181992" y="106170"/>
                  </a:cubicBezTo>
                  <a:close/>
                  <a:moveTo>
                    <a:pt x="2608814" y="106170"/>
                  </a:moveTo>
                  <a:lnTo>
                    <a:pt x="2608814" y="10002"/>
                  </a:lnTo>
                  <a:lnTo>
                    <a:pt x="2981270" y="10002"/>
                  </a:lnTo>
                  <a:lnTo>
                    <a:pt x="2981270" y="106170"/>
                  </a:lnTo>
                  <a:lnTo>
                    <a:pt x="2850949" y="106170"/>
                  </a:lnTo>
                  <a:lnTo>
                    <a:pt x="2850949" y="471607"/>
                  </a:lnTo>
                  <a:lnTo>
                    <a:pt x="2739135" y="471607"/>
                  </a:lnTo>
                  <a:lnTo>
                    <a:pt x="2739135" y="106170"/>
                  </a:lnTo>
                  <a:lnTo>
                    <a:pt x="2608814" y="106170"/>
                  </a:lnTo>
                  <a:close/>
                  <a:moveTo>
                    <a:pt x="3240997" y="482376"/>
                  </a:moveTo>
                  <a:cubicBezTo>
                    <a:pt x="3101414" y="482376"/>
                    <a:pt x="3004254" y="373135"/>
                    <a:pt x="3004254" y="240801"/>
                  </a:cubicBezTo>
                  <a:cubicBezTo>
                    <a:pt x="3004254" y="108478"/>
                    <a:pt x="3101414" y="0"/>
                    <a:pt x="3240997" y="0"/>
                  </a:cubicBezTo>
                  <a:cubicBezTo>
                    <a:pt x="3382111" y="0"/>
                    <a:pt x="3479271" y="108478"/>
                    <a:pt x="3479271" y="240801"/>
                  </a:cubicBezTo>
                  <a:cubicBezTo>
                    <a:pt x="3479271" y="373135"/>
                    <a:pt x="3382111" y="482376"/>
                    <a:pt x="3240997" y="482376"/>
                  </a:cubicBezTo>
                  <a:close/>
                  <a:moveTo>
                    <a:pt x="3240997" y="373903"/>
                  </a:moveTo>
                  <a:cubicBezTo>
                    <a:pt x="3309619" y="373903"/>
                    <a:pt x="3363606" y="320820"/>
                    <a:pt x="3363606" y="240801"/>
                  </a:cubicBezTo>
                  <a:cubicBezTo>
                    <a:pt x="3363606" y="160793"/>
                    <a:pt x="3309619" y="107708"/>
                    <a:pt x="3240997" y="107708"/>
                  </a:cubicBezTo>
                  <a:cubicBezTo>
                    <a:pt x="3173907" y="107708"/>
                    <a:pt x="3119930" y="160793"/>
                    <a:pt x="3119930" y="240801"/>
                  </a:cubicBezTo>
                  <a:cubicBezTo>
                    <a:pt x="3119930" y="320820"/>
                    <a:pt x="3173907" y="373903"/>
                    <a:pt x="3240997" y="373903"/>
                  </a:cubicBezTo>
                  <a:close/>
                  <a:moveTo>
                    <a:pt x="3747529" y="482376"/>
                  </a:moveTo>
                  <a:cubicBezTo>
                    <a:pt x="3622601" y="482376"/>
                    <a:pt x="3542406" y="391598"/>
                    <a:pt x="3542406" y="272348"/>
                  </a:cubicBezTo>
                  <a:lnTo>
                    <a:pt x="3542406" y="10002"/>
                  </a:lnTo>
                  <a:lnTo>
                    <a:pt x="3654221" y="10002"/>
                  </a:lnTo>
                  <a:lnTo>
                    <a:pt x="3654221" y="272348"/>
                  </a:lnTo>
                  <a:cubicBezTo>
                    <a:pt x="3654221" y="330052"/>
                    <a:pt x="3685070" y="373903"/>
                    <a:pt x="3747529" y="373903"/>
                  </a:cubicBezTo>
                  <a:cubicBezTo>
                    <a:pt x="3812300" y="373903"/>
                    <a:pt x="3840829" y="330052"/>
                    <a:pt x="3840829" y="272348"/>
                  </a:cubicBezTo>
                  <a:lnTo>
                    <a:pt x="3840829" y="10002"/>
                  </a:lnTo>
                  <a:lnTo>
                    <a:pt x="3952644" y="10002"/>
                  </a:lnTo>
                  <a:lnTo>
                    <a:pt x="3952644" y="272348"/>
                  </a:lnTo>
                  <a:cubicBezTo>
                    <a:pt x="3952644" y="391598"/>
                    <a:pt x="3875530" y="482376"/>
                    <a:pt x="3747529" y="482376"/>
                  </a:cubicBezTo>
                  <a:close/>
                  <a:moveTo>
                    <a:pt x="4041825" y="10002"/>
                  </a:moveTo>
                  <a:lnTo>
                    <a:pt x="4246178" y="10002"/>
                  </a:lnTo>
                  <a:cubicBezTo>
                    <a:pt x="4351821" y="10002"/>
                    <a:pt x="4424304" y="75396"/>
                    <a:pt x="4424304" y="165409"/>
                  </a:cubicBezTo>
                  <a:cubicBezTo>
                    <a:pt x="4424304" y="229264"/>
                    <a:pt x="4391143" y="277737"/>
                    <a:pt x="4337937" y="302348"/>
                  </a:cubicBezTo>
                  <a:lnTo>
                    <a:pt x="4337937" y="310811"/>
                  </a:lnTo>
                  <a:lnTo>
                    <a:pt x="4442040" y="463913"/>
                  </a:lnTo>
                  <a:lnTo>
                    <a:pt x="4442040" y="471607"/>
                  </a:lnTo>
                  <a:lnTo>
                    <a:pt x="4314809" y="471607"/>
                  </a:lnTo>
                  <a:lnTo>
                    <a:pt x="4218420" y="320052"/>
                  </a:lnTo>
                  <a:lnTo>
                    <a:pt x="4153640" y="320052"/>
                  </a:lnTo>
                  <a:lnTo>
                    <a:pt x="4153640" y="471607"/>
                  </a:lnTo>
                  <a:lnTo>
                    <a:pt x="4041825" y="471607"/>
                  </a:lnTo>
                  <a:lnTo>
                    <a:pt x="4041825" y="10002"/>
                  </a:lnTo>
                  <a:close/>
                  <a:moveTo>
                    <a:pt x="4308638" y="165409"/>
                  </a:moveTo>
                  <a:cubicBezTo>
                    <a:pt x="4308638" y="125403"/>
                    <a:pt x="4279339" y="106170"/>
                    <a:pt x="4238466" y="106170"/>
                  </a:cubicBezTo>
                  <a:lnTo>
                    <a:pt x="4153640" y="106170"/>
                  </a:lnTo>
                  <a:lnTo>
                    <a:pt x="4153640" y="225422"/>
                  </a:lnTo>
                  <a:lnTo>
                    <a:pt x="4239236" y="225422"/>
                  </a:lnTo>
                  <a:cubicBezTo>
                    <a:pt x="4278559" y="225422"/>
                    <a:pt x="4308638" y="204646"/>
                    <a:pt x="4308638" y="16540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46900" tIns="73425" rIns="146900" bIns="7342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94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88C803B5-510C-6EFF-6796-9E2302C80BEE}"/>
              </a:ext>
            </a:extLst>
          </p:cNvPr>
          <p:cNvSpPr txBox="1"/>
          <p:nvPr/>
        </p:nvSpPr>
        <p:spPr>
          <a:xfrm>
            <a:off x="917760" y="7708752"/>
            <a:ext cx="917257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en-US" sz="3200" dirty="0">
                <a:solidFill>
                  <a:schemeClr val="tx1"/>
                </a:solidFill>
              </a:rPr>
            </a:br>
            <a:r>
              <a:rPr lang="en-US" sz="3200" dirty="0">
                <a:solidFill>
                  <a:schemeClr val="tx1"/>
                </a:solidFill>
              </a:rPr>
              <a:t>Colm Moynihan, Principal Solution Engineer</a:t>
            </a:r>
            <a:endParaRPr lang="en-US" sz="2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42"/>
          <p:cNvSpPr/>
          <p:nvPr/>
        </p:nvSpPr>
        <p:spPr>
          <a:xfrm>
            <a:off x="8804350" y="2084250"/>
            <a:ext cx="8386200" cy="1850400"/>
          </a:xfrm>
          <a:prstGeom prst="roundRect">
            <a:avLst>
              <a:gd name="adj" fmla="val 8474"/>
            </a:avLst>
          </a:prstGeom>
          <a:solidFill>
            <a:srgbClr val="EAF8FF"/>
          </a:solidFill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/>
              <a:t>Findings from a Snowflake study shows, 96% still face significant challenges with data quality and quantity, employee skills, integration with legacy systems, and more.</a:t>
            </a:r>
            <a:r>
              <a:rPr lang="en-US" sz="2300" baseline="30000"/>
              <a:t>1</a:t>
            </a:r>
            <a:endParaRPr sz="1300"/>
          </a:p>
        </p:txBody>
      </p:sp>
      <p:sp>
        <p:nvSpPr>
          <p:cNvPr id="358" name="Google Shape;358;p42"/>
          <p:cNvSpPr/>
          <p:nvPr/>
        </p:nvSpPr>
        <p:spPr>
          <a:xfrm>
            <a:off x="8804350" y="4218300"/>
            <a:ext cx="8386200" cy="1850400"/>
          </a:xfrm>
          <a:prstGeom prst="roundRect">
            <a:avLst>
              <a:gd name="adj" fmla="val 8474"/>
            </a:avLst>
          </a:prstGeom>
          <a:solidFill>
            <a:srgbClr val="EAF8FF"/>
          </a:solidFill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/>
              <a:t>According to Gartner</a:t>
            </a:r>
            <a:r>
              <a:rPr lang="en-US" sz="2300" baseline="30000"/>
              <a:t>ⓡ </a:t>
            </a:r>
            <a:r>
              <a:rPr lang="en-US" sz="2300"/>
              <a:t>by 2027, 80% of large enterprises will have clearly defined, reusable governance and guardrail practices for their conversational AI agents and assistants.</a:t>
            </a:r>
            <a:r>
              <a:rPr lang="en-US" sz="2300" baseline="30000"/>
              <a:t>2</a:t>
            </a:r>
            <a:endParaRPr sz="1300"/>
          </a:p>
        </p:txBody>
      </p:sp>
      <p:sp>
        <p:nvSpPr>
          <p:cNvPr id="359" name="Google Shape;359;p42"/>
          <p:cNvSpPr/>
          <p:nvPr/>
        </p:nvSpPr>
        <p:spPr>
          <a:xfrm>
            <a:off x="8804350" y="6485275"/>
            <a:ext cx="8386200" cy="1850400"/>
          </a:xfrm>
          <a:prstGeom prst="roundRect">
            <a:avLst>
              <a:gd name="adj" fmla="val 8474"/>
            </a:avLst>
          </a:prstGeom>
          <a:solidFill>
            <a:srgbClr val="EAF8FF"/>
          </a:solidFill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/>
              <a:t>According to Gartner</a:t>
            </a:r>
            <a:r>
              <a:rPr lang="en-US" sz="2300" baseline="30000"/>
              <a:t>ⓡ</a:t>
            </a:r>
            <a:r>
              <a:rPr lang="en-US" sz="2300"/>
              <a:t> through 2029, over 50% of successful cybersecurity attacks against AI agents will exploit access control issues, using direct or indirect prompt injection as an attack vector.</a:t>
            </a:r>
            <a:r>
              <a:rPr lang="en-US" sz="2300" baseline="30000"/>
              <a:t>3</a:t>
            </a:r>
            <a:endParaRPr sz="1300"/>
          </a:p>
        </p:txBody>
      </p:sp>
      <p:sp>
        <p:nvSpPr>
          <p:cNvPr id="360" name="Google Shape;360;p42"/>
          <p:cNvSpPr txBox="1">
            <a:spLocks noGrp="1"/>
          </p:cNvSpPr>
          <p:nvPr>
            <p:ph type="title"/>
          </p:nvPr>
        </p:nvSpPr>
        <p:spPr>
          <a:xfrm>
            <a:off x="731520" y="548640"/>
            <a:ext cx="16642200" cy="731400"/>
          </a:xfrm>
          <a:prstGeom prst="rect">
            <a:avLst/>
          </a:prstGeom>
        </p:spPr>
        <p:txBody>
          <a:bodyPr spcFirstLastPara="1" wrap="square" lIns="182900" tIns="182900" rIns="182900" bIns="182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World Is Changing </a:t>
            </a:r>
            <a:endParaRPr/>
          </a:p>
        </p:txBody>
      </p:sp>
      <p:sp>
        <p:nvSpPr>
          <p:cNvPr id="361" name="Google Shape;361;p42"/>
          <p:cNvSpPr txBox="1"/>
          <p:nvPr/>
        </p:nvSpPr>
        <p:spPr>
          <a:xfrm>
            <a:off x="914400" y="3054750"/>
            <a:ext cx="6571800" cy="41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chemeClr val="dk2"/>
                </a:solidFill>
              </a:rPr>
              <a:t>Agents don't just answer questions they </a:t>
            </a:r>
            <a:br>
              <a:rPr lang="en-US" sz="4000" b="1">
                <a:solidFill>
                  <a:schemeClr val="dk2"/>
                </a:solidFill>
              </a:rPr>
            </a:br>
            <a:endParaRPr sz="4000" b="1">
              <a:solidFill>
                <a:schemeClr val="dk2"/>
              </a:solidFill>
            </a:endParaRPr>
          </a:p>
          <a:p>
            <a:pPr marL="502920" lvl="0" indent="-4445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3400"/>
              <a:buChar char="●"/>
            </a:pPr>
            <a:r>
              <a:rPr lang="en-US" sz="3400">
                <a:solidFill>
                  <a:schemeClr val="dk1"/>
                </a:solidFill>
              </a:rPr>
              <a:t>Take actions</a:t>
            </a:r>
            <a:endParaRPr sz="3400">
              <a:solidFill>
                <a:schemeClr val="dk1"/>
              </a:solidFill>
            </a:endParaRPr>
          </a:p>
          <a:p>
            <a:pPr marL="502920" lvl="0" indent="-4445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3400"/>
              <a:buChar char="●"/>
            </a:pPr>
            <a:r>
              <a:rPr lang="en-US" sz="3400">
                <a:solidFill>
                  <a:schemeClr val="dk1"/>
                </a:solidFill>
              </a:rPr>
              <a:t>Access sensitive data</a:t>
            </a:r>
            <a:endParaRPr sz="3400">
              <a:solidFill>
                <a:schemeClr val="dk1"/>
              </a:solidFill>
            </a:endParaRPr>
          </a:p>
          <a:p>
            <a:pPr marL="502920" lvl="0" indent="-444500" algn="l" rtl="0">
              <a:spcBef>
                <a:spcPts val="1000"/>
              </a:spcBef>
              <a:spcAft>
                <a:spcPts val="1000"/>
              </a:spcAft>
              <a:buClr>
                <a:schemeClr val="accent1"/>
              </a:buClr>
              <a:buSzPts val="3400"/>
              <a:buChar char="●"/>
            </a:pPr>
            <a:r>
              <a:rPr lang="en-US" sz="3400">
                <a:solidFill>
                  <a:schemeClr val="dk1"/>
                </a:solidFill>
              </a:rPr>
              <a:t>Make decisions</a:t>
            </a:r>
            <a:endParaRPr sz="4000">
              <a:solidFill>
                <a:schemeClr val="dk1"/>
              </a:solidFill>
            </a:endParaRPr>
          </a:p>
        </p:txBody>
      </p:sp>
      <p:sp>
        <p:nvSpPr>
          <p:cNvPr id="362" name="Google Shape;362;p42"/>
          <p:cNvSpPr txBox="1"/>
          <p:nvPr/>
        </p:nvSpPr>
        <p:spPr>
          <a:xfrm>
            <a:off x="8804350" y="8686950"/>
            <a:ext cx="8645400" cy="795300"/>
          </a:xfrm>
          <a:prstGeom prst="rect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lvl="0" indent="-234950" algn="l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5B5B5B"/>
              </a:buClr>
              <a:buSzPts val="1000"/>
              <a:buAutoNum type="arabicPeriod"/>
            </a:pPr>
            <a:r>
              <a:rPr lang="en-US" sz="1000">
                <a:solidFill>
                  <a:srgbClr val="5B5B5B"/>
                </a:solidFill>
              </a:rPr>
              <a:t>Snowflake study: </a:t>
            </a:r>
            <a:r>
              <a:rPr lang="en-US" sz="1000" i="1" u="sng">
                <a:solidFill>
                  <a:srgbClr val="5B5B5B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https://www.snowflake.com/en/lp/radical-roi-generative-ai/</a:t>
            </a:r>
            <a:endParaRPr sz="1000">
              <a:solidFill>
                <a:srgbClr val="5B5B5B"/>
              </a:solidFill>
            </a:endParaRPr>
          </a:p>
          <a:p>
            <a:pPr marL="342900" lvl="0" indent="-234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000"/>
              <a:buAutoNum type="arabicPeriod"/>
            </a:pPr>
            <a:r>
              <a:rPr lang="en-US" sz="1000">
                <a:solidFill>
                  <a:srgbClr val="5B5B5B"/>
                </a:solidFill>
              </a:rPr>
              <a:t>Gartner, Practical AI Security: Managing Web-Based AI Assistants,Nader Henein,25, October 2025.</a:t>
            </a:r>
            <a:endParaRPr sz="1000">
              <a:solidFill>
                <a:srgbClr val="5B5B5B"/>
              </a:solidFill>
            </a:endParaRPr>
          </a:p>
          <a:p>
            <a:pPr marL="342900" lvl="0" indent="-234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000"/>
              <a:buAutoNum type="arabicPeriod"/>
            </a:pPr>
            <a:r>
              <a:rPr lang="en-US" sz="1000">
                <a:solidFill>
                  <a:srgbClr val="5B5B5B"/>
                </a:solidFill>
              </a:rPr>
              <a:t>Gartner, Emerging Tech: The Future of AI Security Is in Securing Agent Actions, Not Prompts,  Mark Wan and David Senf, 20 February,2026.</a:t>
            </a:r>
            <a:br>
              <a:rPr lang="en-US" sz="1000">
                <a:solidFill>
                  <a:srgbClr val="5B5B5B"/>
                </a:solidFill>
              </a:rPr>
            </a:br>
            <a:r>
              <a:rPr lang="en-US" sz="1000">
                <a:solidFill>
                  <a:srgbClr val="5B5B5B"/>
                </a:solidFill>
              </a:rPr>
              <a:t>GARTNER is the trademark of Gartner Inc and or its affiliates</a:t>
            </a:r>
            <a:endParaRPr sz="1000">
              <a:solidFill>
                <a:srgbClr val="5B5B5B"/>
              </a:solidFill>
            </a:endParaRPr>
          </a:p>
          <a:p>
            <a:pPr marL="342900" lvl="0" indent="-171450" algn="l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endParaRPr sz="1000" i="1">
              <a:solidFill>
                <a:srgbClr val="5B5B5B"/>
              </a:solidFill>
            </a:endParaRPr>
          </a:p>
          <a:p>
            <a:pPr marL="342900" lvl="0" indent="-171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rgbClr val="5B5B5B"/>
              </a:solidFill>
            </a:endParaRPr>
          </a:p>
          <a:p>
            <a:pPr marL="342900" lvl="0" indent="-171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rgbClr val="5B5B5B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43"/>
          <p:cNvSpPr txBox="1">
            <a:spLocks noGrp="1"/>
          </p:cNvSpPr>
          <p:nvPr>
            <p:ph type="title"/>
          </p:nvPr>
        </p:nvSpPr>
        <p:spPr>
          <a:xfrm>
            <a:off x="731520" y="548640"/>
            <a:ext cx="16642200" cy="731400"/>
          </a:xfrm>
          <a:prstGeom prst="rect">
            <a:avLst/>
          </a:prstGeom>
        </p:spPr>
        <p:txBody>
          <a:bodyPr spcFirstLastPara="1" wrap="square" lIns="182900" tIns="182900" rIns="182900" bIns="182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Top Concerns From Security Leaders</a:t>
            </a:r>
            <a:endParaRPr/>
          </a:p>
        </p:txBody>
      </p:sp>
      <p:sp>
        <p:nvSpPr>
          <p:cNvPr id="369" name="Google Shape;369;p43"/>
          <p:cNvSpPr/>
          <p:nvPr/>
        </p:nvSpPr>
        <p:spPr>
          <a:xfrm>
            <a:off x="914400" y="2743200"/>
            <a:ext cx="5143500" cy="4953000"/>
          </a:xfrm>
          <a:prstGeom prst="roundRect">
            <a:avLst>
              <a:gd name="adj" fmla="val 4615"/>
            </a:avLst>
          </a:prstGeom>
          <a:solidFill>
            <a:srgbClr val="EAF8FF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0" name="Google Shape;370;p43"/>
          <p:cNvSpPr/>
          <p:nvPr/>
        </p:nvSpPr>
        <p:spPr>
          <a:xfrm>
            <a:off x="914400" y="2743200"/>
            <a:ext cx="5143500" cy="171450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1" name="Google Shape;371;p43"/>
          <p:cNvSpPr/>
          <p:nvPr/>
        </p:nvSpPr>
        <p:spPr>
          <a:xfrm>
            <a:off x="914400" y="4076700"/>
            <a:ext cx="5143500" cy="381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2" name="Google Shape;372;p43"/>
          <p:cNvSpPr txBox="1"/>
          <p:nvPr/>
        </p:nvSpPr>
        <p:spPr>
          <a:xfrm>
            <a:off x="1200150" y="6419775"/>
            <a:ext cx="4572000" cy="10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Least privileged access</a:t>
            </a:r>
            <a:endParaRPr sz="2800" b="1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73" name="Google Shape;373;p43"/>
          <p:cNvSpPr/>
          <p:nvPr/>
        </p:nvSpPr>
        <p:spPr>
          <a:xfrm>
            <a:off x="6610350" y="2743200"/>
            <a:ext cx="5143500" cy="4953000"/>
          </a:xfrm>
          <a:prstGeom prst="roundRect">
            <a:avLst>
              <a:gd name="adj" fmla="val 4615"/>
            </a:avLst>
          </a:prstGeom>
          <a:solidFill>
            <a:srgbClr val="EAF8FF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4" name="Google Shape;374;p43"/>
          <p:cNvSpPr/>
          <p:nvPr/>
        </p:nvSpPr>
        <p:spPr>
          <a:xfrm>
            <a:off x="6610350" y="2743200"/>
            <a:ext cx="5143500" cy="171450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5" name="Google Shape;375;p43"/>
          <p:cNvSpPr/>
          <p:nvPr/>
        </p:nvSpPr>
        <p:spPr>
          <a:xfrm>
            <a:off x="6610350" y="4076700"/>
            <a:ext cx="5143500" cy="381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6" name="Google Shape;376;p43"/>
          <p:cNvSpPr txBox="1"/>
          <p:nvPr/>
        </p:nvSpPr>
        <p:spPr>
          <a:xfrm>
            <a:off x="6896100" y="6419775"/>
            <a:ext cx="4572000" cy="10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Access to sensitive data</a:t>
            </a:r>
            <a:endParaRPr sz="2800" b="1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77" name="Google Shape;377;p43"/>
          <p:cNvSpPr/>
          <p:nvPr/>
        </p:nvSpPr>
        <p:spPr>
          <a:xfrm>
            <a:off x="12306300" y="2743200"/>
            <a:ext cx="5143500" cy="4953000"/>
          </a:xfrm>
          <a:prstGeom prst="roundRect">
            <a:avLst>
              <a:gd name="adj" fmla="val 4615"/>
            </a:avLst>
          </a:prstGeom>
          <a:solidFill>
            <a:srgbClr val="EAF8FF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8" name="Google Shape;378;p43"/>
          <p:cNvSpPr/>
          <p:nvPr/>
        </p:nvSpPr>
        <p:spPr>
          <a:xfrm>
            <a:off x="12306300" y="2743200"/>
            <a:ext cx="5143500" cy="171450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9" name="Google Shape;379;p43"/>
          <p:cNvSpPr/>
          <p:nvPr/>
        </p:nvSpPr>
        <p:spPr>
          <a:xfrm>
            <a:off x="12306300" y="4076700"/>
            <a:ext cx="5143500" cy="381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0" name="Google Shape;380;p43"/>
          <p:cNvSpPr txBox="1"/>
          <p:nvPr/>
        </p:nvSpPr>
        <p:spPr>
          <a:xfrm>
            <a:off x="12592050" y="6419775"/>
            <a:ext cx="4572000" cy="10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Single pane of glass</a:t>
            </a:r>
            <a:endParaRPr sz="2800" b="1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81" name="Google Shape;381;p43"/>
          <p:cNvSpPr/>
          <p:nvPr/>
        </p:nvSpPr>
        <p:spPr>
          <a:xfrm>
            <a:off x="2721900" y="4807650"/>
            <a:ext cx="1528500" cy="1528500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Google Shape;382;p43"/>
          <p:cNvSpPr/>
          <p:nvPr/>
        </p:nvSpPr>
        <p:spPr>
          <a:xfrm>
            <a:off x="8326475" y="4807650"/>
            <a:ext cx="1528500" cy="1528500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3" name="Google Shape;383;p43"/>
          <p:cNvSpPr/>
          <p:nvPr/>
        </p:nvSpPr>
        <p:spPr>
          <a:xfrm>
            <a:off x="14113800" y="4807650"/>
            <a:ext cx="1528500" cy="1528500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84" name="Google Shape;384;p43"/>
          <p:cNvGrpSpPr/>
          <p:nvPr/>
        </p:nvGrpSpPr>
        <p:grpSpPr>
          <a:xfrm>
            <a:off x="14492948" y="5310099"/>
            <a:ext cx="770204" cy="523602"/>
            <a:chOff x="2530494" y="2796138"/>
            <a:chExt cx="527971" cy="358902"/>
          </a:xfrm>
        </p:grpSpPr>
        <p:sp>
          <p:nvSpPr>
            <p:cNvPr id="385" name="Google Shape;385;p43"/>
            <p:cNvSpPr/>
            <p:nvPr/>
          </p:nvSpPr>
          <p:spPr>
            <a:xfrm>
              <a:off x="2530494" y="2796138"/>
              <a:ext cx="84677" cy="84677"/>
            </a:xfrm>
            <a:custGeom>
              <a:avLst/>
              <a:gdLst/>
              <a:ahLst/>
              <a:cxnLst/>
              <a:rect l="l" t="t" r="r" b="b"/>
              <a:pathLst>
                <a:path w="84677" h="84677" extrusionOk="0">
                  <a:moveTo>
                    <a:pt x="11906" y="84677"/>
                  </a:moveTo>
                  <a:cubicBezTo>
                    <a:pt x="18479" y="84677"/>
                    <a:pt x="23813" y="79343"/>
                    <a:pt x="23813" y="72771"/>
                  </a:cubicBezTo>
                  <a:lnTo>
                    <a:pt x="23813" y="23813"/>
                  </a:lnTo>
                  <a:lnTo>
                    <a:pt x="72771" y="23813"/>
                  </a:lnTo>
                  <a:cubicBezTo>
                    <a:pt x="79343" y="23813"/>
                    <a:pt x="84677" y="18479"/>
                    <a:pt x="84677" y="11906"/>
                  </a:cubicBezTo>
                  <a:cubicBezTo>
                    <a:pt x="84677" y="5334"/>
                    <a:pt x="79343" y="0"/>
                    <a:pt x="72771" y="0"/>
                  </a:cubicBezTo>
                  <a:lnTo>
                    <a:pt x="11906" y="0"/>
                  </a:lnTo>
                  <a:cubicBezTo>
                    <a:pt x="5334" y="0"/>
                    <a:pt x="0" y="5334"/>
                    <a:pt x="0" y="11906"/>
                  </a:cubicBezTo>
                  <a:lnTo>
                    <a:pt x="0" y="72771"/>
                  </a:lnTo>
                  <a:cubicBezTo>
                    <a:pt x="0" y="79343"/>
                    <a:pt x="5334" y="84677"/>
                    <a:pt x="11906" y="8467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77850" tIns="88900" rIns="177850" bIns="889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31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6" name="Google Shape;386;p43"/>
            <p:cNvSpPr/>
            <p:nvPr/>
          </p:nvSpPr>
          <p:spPr>
            <a:xfrm>
              <a:off x="2973788" y="2796138"/>
              <a:ext cx="84677" cy="84677"/>
            </a:xfrm>
            <a:custGeom>
              <a:avLst/>
              <a:gdLst/>
              <a:ahLst/>
              <a:cxnLst/>
              <a:rect l="l" t="t" r="r" b="b"/>
              <a:pathLst>
                <a:path w="84677" h="84677" extrusionOk="0">
                  <a:moveTo>
                    <a:pt x="72771" y="0"/>
                  </a:moveTo>
                  <a:lnTo>
                    <a:pt x="11906" y="0"/>
                  </a:lnTo>
                  <a:cubicBezTo>
                    <a:pt x="5334" y="0"/>
                    <a:pt x="0" y="5334"/>
                    <a:pt x="0" y="11906"/>
                  </a:cubicBezTo>
                  <a:cubicBezTo>
                    <a:pt x="0" y="18479"/>
                    <a:pt x="5334" y="23813"/>
                    <a:pt x="11906" y="23813"/>
                  </a:cubicBezTo>
                  <a:lnTo>
                    <a:pt x="60865" y="23813"/>
                  </a:lnTo>
                  <a:lnTo>
                    <a:pt x="60865" y="72771"/>
                  </a:lnTo>
                  <a:cubicBezTo>
                    <a:pt x="60865" y="79343"/>
                    <a:pt x="66199" y="84677"/>
                    <a:pt x="72771" y="84677"/>
                  </a:cubicBezTo>
                  <a:cubicBezTo>
                    <a:pt x="79343" y="84677"/>
                    <a:pt x="84677" y="79343"/>
                    <a:pt x="84677" y="72771"/>
                  </a:cubicBezTo>
                  <a:lnTo>
                    <a:pt x="84677" y="11906"/>
                  </a:lnTo>
                  <a:cubicBezTo>
                    <a:pt x="84677" y="5334"/>
                    <a:pt x="79343" y="0"/>
                    <a:pt x="727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77850" tIns="88900" rIns="177850" bIns="889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31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7" name="Google Shape;387;p43"/>
            <p:cNvSpPr/>
            <p:nvPr/>
          </p:nvSpPr>
          <p:spPr>
            <a:xfrm>
              <a:off x="2530494" y="3070268"/>
              <a:ext cx="84677" cy="84677"/>
            </a:xfrm>
            <a:custGeom>
              <a:avLst/>
              <a:gdLst/>
              <a:ahLst/>
              <a:cxnLst/>
              <a:rect l="l" t="t" r="r" b="b"/>
              <a:pathLst>
                <a:path w="84677" h="84677" extrusionOk="0">
                  <a:moveTo>
                    <a:pt x="72771" y="60865"/>
                  </a:moveTo>
                  <a:lnTo>
                    <a:pt x="23813" y="60865"/>
                  </a:lnTo>
                  <a:lnTo>
                    <a:pt x="23813" y="11906"/>
                  </a:lnTo>
                  <a:cubicBezTo>
                    <a:pt x="23813" y="5334"/>
                    <a:pt x="18479" y="0"/>
                    <a:pt x="11906" y="0"/>
                  </a:cubicBezTo>
                  <a:cubicBezTo>
                    <a:pt x="5334" y="0"/>
                    <a:pt x="0" y="5334"/>
                    <a:pt x="0" y="11906"/>
                  </a:cubicBezTo>
                  <a:lnTo>
                    <a:pt x="0" y="72771"/>
                  </a:lnTo>
                  <a:cubicBezTo>
                    <a:pt x="0" y="79343"/>
                    <a:pt x="5334" y="84677"/>
                    <a:pt x="11906" y="84677"/>
                  </a:cubicBezTo>
                  <a:lnTo>
                    <a:pt x="72771" y="84677"/>
                  </a:lnTo>
                  <a:cubicBezTo>
                    <a:pt x="79343" y="84677"/>
                    <a:pt x="84677" y="79343"/>
                    <a:pt x="84677" y="72771"/>
                  </a:cubicBezTo>
                  <a:cubicBezTo>
                    <a:pt x="84677" y="66199"/>
                    <a:pt x="79343" y="60865"/>
                    <a:pt x="72771" y="6086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77850" tIns="88900" rIns="177850" bIns="889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31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8" name="Google Shape;388;p43"/>
            <p:cNvSpPr/>
            <p:nvPr/>
          </p:nvSpPr>
          <p:spPr>
            <a:xfrm>
              <a:off x="2973788" y="3070363"/>
              <a:ext cx="84677" cy="84677"/>
            </a:xfrm>
            <a:custGeom>
              <a:avLst/>
              <a:gdLst/>
              <a:ahLst/>
              <a:cxnLst/>
              <a:rect l="l" t="t" r="r" b="b"/>
              <a:pathLst>
                <a:path w="84677" h="84677" extrusionOk="0">
                  <a:moveTo>
                    <a:pt x="72771" y="0"/>
                  </a:moveTo>
                  <a:cubicBezTo>
                    <a:pt x="66199" y="0"/>
                    <a:pt x="60865" y="5334"/>
                    <a:pt x="60865" y="11906"/>
                  </a:cubicBezTo>
                  <a:lnTo>
                    <a:pt x="60865" y="60865"/>
                  </a:lnTo>
                  <a:lnTo>
                    <a:pt x="11906" y="60865"/>
                  </a:lnTo>
                  <a:cubicBezTo>
                    <a:pt x="5334" y="60865"/>
                    <a:pt x="0" y="66199"/>
                    <a:pt x="0" y="72771"/>
                  </a:cubicBezTo>
                  <a:cubicBezTo>
                    <a:pt x="0" y="79343"/>
                    <a:pt x="5334" y="84677"/>
                    <a:pt x="11906" y="84677"/>
                  </a:cubicBezTo>
                  <a:lnTo>
                    <a:pt x="72771" y="84677"/>
                  </a:lnTo>
                  <a:cubicBezTo>
                    <a:pt x="79343" y="84677"/>
                    <a:pt x="84677" y="79343"/>
                    <a:pt x="84677" y="72771"/>
                  </a:cubicBezTo>
                  <a:lnTo>
                    <a:pt x="84677" y="11906"/>
                  </a:lnTo>
                  <a:cubicBezTo>
                    <a:pt x="84677" y="5334"/>
                    <a:pt x="79343" y="0"/>
                    <a:pt x="727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77850" tIns="88900" rIns="177850" bIns="889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31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9" name="Google Shape;389;p43"/>
            <p:cNvSpPr/>
            <p:nvPr/>
          </p:nvSpPr>
          <p:spPr>
            <a:xfrm>
              <a:off x="2551068" y="2849728"/>
              <a:ext cx="490301" cy="252734"/>
            </a:xfrm>
            <a:custGeom>
              <a:avLst/>
              <a:gdLst/>
              <a:ahLst/>
              <a:cxnLst/>
              <a:rect l="l" t="t" r="r" b="b"/>
              <a:pathLst>
                <a:path w="490301" h="252734" extrusionOk="0">
                  <a:moveTo>
                    <a:pt x="485680" y="138434"/>
                  </a:moveTo>
                  <a:cubicBezTo>
                    <a:pt x="486156" y="137672"/>
                    <a:pt x="486632" y="136910"/>
                    <a:pt x="487013" y="136148"/>
                  </a:cubicBezTo>
                  <a:lnTo>
                    <a:pt x="488347" y="133386"/>
                  </a:lnTo>
                  <a:cubicBezTo>
                    <a:pt x="491395" y="127195"/>
                    <a:pt x="490823" y="119860"/>
                    <a:pt x="487013" y="114241"/>
                  </a:cubicBezTo>
                  <a:cubicBezTo>
                    <a:pt x="437198" y="41279"/>
                    <a:pt x="339757" y="-2726"/>
                    <a:pt x="232982" y="131"/>
                  </a:cubicBezTo>
                  <a:cubicBezTo>
                    <a:pt x="131636" y="2512"/>
                    <a:pt x="45625" y="45470"/>
                    <a:pt x="2858" y="115003"/>
                  </a:cubicBezTo>
                  <a:cubicBezTo>
                    <a:pt x="1048" y="117955"/>
                    <a:pt x="0" y="121480"/>
                    <a:pt x="0" y="125004"/>
                  </a:cubicBezTo>
                  <a:lnTo>
                    <a:pt x="0" y="127766"/>
                  </a:lnTo>
                  <a:cubicBezTo>
                    <a:pt x="0" y="131290"/>
                    <a:pt x="952" y="134719"/>
                    <a:pt x="2858" y="137767"/>
                  </a:cubicBezTo>
                  <a:cubicBezTo>
                    <a:pt x="45625" y="207300"/>
                    <a:pt x="131445" y="250258"/>
                    <a:pt x="232410" y="252639"/>
                  </a:cubicBezTo>
                  <a:cubicBezTo>
                    <a:pt x="235363" y="252639"/>
                    <a:pt x="238220" y="252734"/>
                    <a:pt x="241173" y="252734"/>
                  </a:cubicBezTo>
                  <a:cubicBezTo>
                    <a:pt x="344138" y="252734"/>
                    <a:pt x="437293" y="209395"/>
                    <a:pt x="485775" y="138529"/>
                  </a:cubicBezTo>
                  <a:close/>
                  <a:moveTo>
                    <a:pt x="233267" y="214444"/>
                  </a:moveTo>
                  <a:cubicBezTo>
                    <a:pt x="149733" y="212443"/>
                    <a:pt x="78677" y="179677"/>
                    <a:pt x="40957" y="126337"/>
                  </a:cubicBezTo>
                  <a:cubicBezTo>
                    <a:pt x="78772" y="72902"/>
                    <a:pt x="149924" y="40231"/>
                    <a:pt x="233839" y="38231"/>
                  </a:cubicBezTo>
                  <a:cubicBezTo>
                    <a:pt x="322517" y="36040"/>
                    <a:pt x="403384" y="69283"/>
                    <a:pt x="447961" y="125480"/>
                  </a:cubicBezTo>
                  <a:cubicBezTo>
                    <a:pt x="403670" y="182725"/>
                    <a:pt x="322421" y="216444"/>
                    <a:pt x="233267" y="21444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77850" tIns="88900" rIns="177850" bIns="889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31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0" name="Google Shape;390;p43"/>
            <p:cNvSpPr/>
            <p:nvPr/>
          </p:nvSpPr>
          <p:spPr>
            <a:xfrm>
              <a:off x="2733377" y="2915582"/>
              <a:ext cx="120967" cy="120967"/>
            </a:xfrm>
            <a:custGeom>
              <a:avLst/>
              <a:gdLst/>
              <a:ahLst/>
              <a:cxnLst/>
              <a:rect l="l" t="t" r="r" b="b"/>
              <a:pathLst>
                <a:path w="120967" h="120967" extrusionOk="0">
                  <a:moveTo>
                    <a:pt x="60484" y="0"/>
                  </a:moveTo>
                  <a:cubicBezTo>
                    <a:pt x="27146" y="0"/>
                    <a:pt x="0" y="27146"/>
                    <a:pt x="0" y="60484"/>
                  </a:cubicBezTo>
                  <a:cubicBezTo>
                    <a:pt x="0" y="93821"/>
                    <a:pt x="27146" y="120968"/>
                    <a:pt x="60484" y="120968"/>
                  </a:cubicBezTo>
                  <a:cubicBezTo>
                    <a:pt x="93821" y="120968"/>
                    <a:pt x="120967" y="93821"/>
                    <a:pt x="120967" y="60484"/>
                  </a:cubicBezTo>
                  <a:cubicBezTo>
                    <a:pt x="120967" y="27146"/>
                    <a:pt x="93821" y="0"/>
                    <a:pt x="60484" y="0"/>
                  </a:cubicBezTo>
                  <a:close/>
                  <a:moveTo>
                    <a:pt x="60484" y="82868"/>
                  </a:moveTo>
                  <a:cubicBezTo>
                    <a:pt x="48101" y="82868"/>
                    <a:pt x="38100" y="72866"/>
                    <a:pt x="38100" y="60484"/>
                  </a:cubicBezTo>
                  <a:cubicBezTo>
                    <a:pt x="38100" y="48101"/>
                    <a:pt x="48101" y="38100"/>
                    <a:pt x="60484" y="38100"/>
                  </a:cubicBezTo>
                  <a:cubicBezTo>
                    <a:pt x="72866" y="38100"/>
                    <a:pt x="82867" y="48101"/>
                    <a:pt x="82867" y="60484"/>
                  </a:cubicBezTo>
                  <a:cubicBezTo>
                    <a:pt x="82867" y="72866"/>
                    <a:pt x="72866" y="82868"/>
                    <a:pt x="60484" y="8286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77850" tIns="88900" rIns="177850" bIns="889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31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91" name="Google Shape;391;p43"/>
          <p:cNvGrpSpPr/>
          <p:nvPr/>
        </p:nvGrpSpPr>
        <p:grpSpPr>
          <a:xfrm>
            <a:off x="8772352" y="5206189"/>
            <a:ext cx="636746" cy="731422"/>
            <a:chOff x="3628580" y="2755899"/>
            <a:chExt cx="464439" cy="533495"/>
          </a:xfrm>
        </p:grpSpPr>
        <p:sp>
          <p:nvSpPr>
            <p:cNvPr id="392" name="Google Shape;392;p43"/>
            <p:cNvSpPr/>
            <p:nvPr/>
          </p:nvSpPr>
          <p:spPr>
            <a:xfrm>
              <a:off x="3628580" y="2755899"/>
              <a:ext cx="464439" cy="533495"/>
            </a:xfrm>
            <a:custGeom>
              <a:avLst/>
              <a:gdLst/>
              <a:ahLst/>
              <a:cxnLst/>
              <a:rect l="l" t="t" r="r" b="b"/>
              <a:pathLst>
                <a:path w="464439" h="533495" extrusionOk="0">
                  <a:moveTo>
                    <a:pt x="268415" y="0"/>
                  </a:moveTo>
                  <a:lnTo>
                    <a:pt x="195834" y="0"/>
                  </a:lnTo>
                  <a:cubicBezTo>
                    <a:pt x="127063" y="95"/>
                    <a:pt x="71342" y="55817"/>
                    <a:pt x="71342" y="124587"/>
                  </a:cubicBezTo>
                  <a:lnTo>
                    <a:pt x="71342" y="215837"/>
                  </a:lnTo>
                  <a:lnTo>
                    <a:pt x="69628" y="215837"/>
                  </a:lnTo>
                  <a:cubicBezTo>
                    <a:pt x="31147" y="215932"/>
                    <a:pt x="0" y="247174"/>
                    <a:pt x="0" y="285750"/>
                  </a:cubicBezTo>
                  <a:lnTo>
                    <a:pt x="0" y="463582"/>
                  </a:lnTo>
                  <a:cubicBezTo>
                    <a:pt x="0" y="502063"/>
                    <a:pt x="31147" y="533305"/>
                    <a:pt x="69628" y="533495"/>
                  </a:cubicBezTo>
                  <a:lnTo>
                    <a:pt x="395669" y="533495"/>
                  </a:lnTo>
                  <a:cubicBezTo>
                    <a:pt x="433864" y="532924"/>
                    <a:pt x="464439" y="501777"/>
                    <a:pt x="464439" y="463582"/>
                  </a:cubicBezTo>
                  <a:lnTo>
                    <a:pt x="464439" y="285655"/>
                  </a:lnTo>
                  <a:cubicBezTo>
                    <a:pt x="464439" y="247460"/>
                    <a:pt x="433769" y="216408"/>
                    <a:pt x="395669" y="215741"/>
                  </a:cubicBezTo>
                  <a:lnTo>
                    <a:pt x="393954" y="215741"/>
                  </a:lnTo>
                  <a:lnTo>
                    <a:pt x="393954" y="124587"/>
                  </a:lnTo>
                  <a:cubicBezTo>
                    <a:pt x="393764" y="55721"/>
                    <a:pt x="337852" y="-95"/>
                    <a:pt x="268986" y="0"/>
                  </a:cubicBezTo>
                  <a:lnTo>
                    <a:pt x="268415" y="0"/>
                  </a:lnTo>
                  <a:close/>
                  <a:moveTo>
                    <a:pt x="113633" y="124587"/>
                  </a:moveTo>
                  <a:cubicBezTo>
                    <a:pt x="113633" y="78772"/>
                    <a:pt x="150781" y="41624"/>
                    <a:pt x="196596" y="41624"/>
                  </a:cubicBezTo>
                  <a:lnTo>
                    <a:pt x="269177" y="41624"/>
                  </a:lnTo>
                  <a:cubicBezTo>
                    <a:pt x="314992" y="41624"/>
                    <a:pt x="352139" y="78772"/>
                    <a:pt x="352139" y="124587"/>
                  </a:cubicBezTo>
                  <a:lnTo>
                    <a:pt x="352139" y="215837"/>
                  </a:lnTo>
                  <a:lnTo>
                    <a:pt x="112967" y="215837"/>
                  </a:lnTo>
                  <a:lnTo>
                    <a:pt x="113633" y="124587"/>
                  </a:lnTo>
                  <a:close/>
                  <a:moveTo>
                    <a:pt x="395573" y="258128"/>
                  </a:moveTo>
                  <a:cubicBezTo>
                    <a:pt x="411194" y="258128"/>
                    <a:pt x="423767" y="270796"/>
                    <a:pt x="423767" y="286322"/>
                  </a:cubicBezTo>
                  <a:lnTo>
                    <a:pt x="423767" y="463582"/>
                  </a:lnTo>
                  <a:cubicBezTo>
                    <a:pt x="423767" y="479203"/>
                    <a:pt x="411099" y="491776"/>
                    <a:pt x="395573" y="491776"/>
                  </a:cubicBezTo>
                  <a:lnTo>
                    <a:pt x="69533" y="491776"/>
                  </a:lnTo>
                  <a:cubicBezTo>
                    <a:pt x="53912" y="491776"/>
                    <a:pt x="41339" y="479108"/>
                    <a:pt x="41339" y="463582"/>
                  </a:cubicBezTo>
                  <a:lnTo>
                    <a:pt x="41339" y="285655"/>
                  </a:lnTo>
                  <a:cubicBezTo>
                    <a:pt x="41720" y="270320"/>
                    <a:pt x="54293" y="258128"/>
                    <a:pt x="69533" y="258128"/>
                  </a:cubicBezTo>
                  <a:lnTo>
                    <a:pt x="395573" y="25812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67150" tIns="83550" rIns="167150" bIns="835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412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3" name="Google Shape;393;p43"/>
            <p:cNvSpPr/>
            <p:nvPr/>
          </p:nvSpPr>
          <p:spPr>
            <a:xfrm>
              <a:off x="3811936" y="3063365"/>
              <a:ext cx="94773" cy="134208"/>
            </a:xfrm>
            <a:custGeom>
              <a:avLst/>
              <a:gdLst/>
              <a:ahLst/>
              <a:cxnLst/>
              <a:rect l="l" t="t" r="r" b="b"/>
              <a:pathLst>
                <a:path w="94773" h="134208" extrusionOk="0">
                  <a:moveTo>
                    <a:pt x="47434" y="134209"/>
                  </a:moveTo>
                  <a:cubicBezTo>
                    <a:pt x="73438" y="133828"/>
                    <a:pt x="94393" y="112873"/>
                    <a:pt x="94774" y="86869"/>
                  </a:cubicBezTo>
                  <a:lnTo>
                    <a:pt x="94774" y="47341"/>
                  </a:lnTo>
                  <a:cubicBezTo>
                    <a:pt x="94583" y="21337"/>
                    <a:pt x="73533" y="192"/>
                    <a:pt x="47434" y="1"/>
                  </a:cubicBezTo>
                  <a:cubicBezTo>
                    <a:pt x="21431" y="-189"/>
                    <a:pt x="190" y="20671"/>
                    <a:pt x="0" y="46579"/>
                  </a:cubicBezTo>
                  <a:lnTo>
                    <a:pt x="0" y="86869"/>
                  </a:lnTo>
                  <a:cubicBezTo>
                    <a:pt x="0" y="112968"/>
                    <a:pt x="21145" y="134209"/>
                    <a:pt x="47339" y="134209"/>
                  </a:cubicBezTo>
                  <a:lnTo>
                    <a:pt x="47530" y="134209"/>
                  </a:lnTo>
                  <a:close/>
                  <a:moveTo>
                    <a:pt x="33147" y="47341"/>
                  </a:moveTo>
                  <a:cubicBezTo>
                    <a:pt x="33433" y="39816"/>
                    <a:pt x="39529" y="33815"/>
                    <a:pt x="47053" y="33720"/>
                  </a:cubicBezTo>
                  <a:cubicBezTo>
                    <a:pt x="54769" y="33910"/>
                    <a:pt x="60960" y="40102"/>
                    <a:pt x="61151" y="47817"/>
                  </a:cubicBezTo>
                  <a:lnTo>
                    <a:pt x="61151" y="87250"/>
                  </a:lnTo>
                  <a:cubicBezTo>
                    <a:pt x="60960" y="94966"/>
                    <a:pt x="54769" y="101252"/>
                    <a:pt x="47053" y="101538"/>
                  </a:cubicBezTo>
                  <a:cubicBezTo>
                    <a:pt x="39243" y="101538"/>
                    <a:pt x="32956" y="95251"/>
                    <a:pt x="32956" y="87441"/>
                  </a:cubicBezTo>
                  <a:lnTo>
                    <a:pt x="33147" y="47341"/>
                  </a:lnTo>
                  <a:lnTo>
                    <a:pt x="33147" y="4734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67150" tIns="83550" rIns="167150" bIns="835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412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94" name="Google Shape;394;p43"/>
          <p:cNvSpPr/>
          <p:nvPr/>
        </p:nvSpPr>
        <p:spPr>
          <a:xfrm>
            <a:off x="3101017" y="5181115"/>
            <a:ext cx="770266" cy="781570"/>
          </a:xfrm>
          <a:custGeom>
            <a:avLst/>
            <a:gdLst/>
            <a:ahLst/>
            <a:cxnLst/>
            <a:rect l="l" t="t" r="r" b="b"/>
            <a:pathLst>
              <a:path w="525779" h="533495" extrusionOk="0">
                <a:moveTo>
                  <a:pt x="211455" y="0"/>
                </a:moveTo>
                <a:cubicBezTo>
                  <a:pt x="106394" y="0"/>
                  <a:pt x="0" y="31814"/>
                  <a:pt x="0" y="92678"/>
                </a:cubicBezTo>
                <a:lnTo>
                  <a:pt x="0" y="394049"/>
                </a:lnTo>
                <a:cubicBezTo>
                  <a:pt x="0" y="454819"/>
                  <a:pt x="106394" y="486632"/>
                  <a:pt x="211455" y="486632"/>
                </a:cubicBezTo>
                <a:cubicBezTo>
                  <a:pt x="238125" y="486632"/>
                  <a:pt x="264605" y="484346"/>
                  <a:pt x="289751" y="480251"/>
                </a:cubicBezTo>
                <a:cubicBezTo>
                  <a:pt x="289941" y="480251"/>
                  <a:pt x="290132" y="480346"/>
                  <a:pt x="290417" y="480346"/>
                </a:cubicBezTo>
                <a:cubicBezTo>
                  <a:pt x="291465" y="480346"/>
                  <a:pt x="292418" y="479870"/>
                  <a:pt x="293465" y="479774"/>
                </a:cubicBezTo>
                <a:cubicBezTo>
                  <a:pt x="294989" y="479489"/>
                  <a:pt x="296513" y="479393"/>
                  <a:pt x="297847" y="478822"/>
                </a:cubicBezTo>
                <a:cubicBezTo>
                  <a:pt x="304419" y="475964"/>
                  <a:pt x="309086" y="469392"/>
                  <a:pt x="309086" y="461772"/>
                </a:cubicBezTo>
                <a:cubicBezTo>
                  <a:pt x="309086" y="461105"/>
                  <a:pt x="309086" y="460343"/>
                  <a:pt x="309086" y="459677"/>
                </a:cubicBezTo>
                <a:cubicBezTo>
                  <a:pt x="308039" y="450342"/>
                  <a:pt x="300038" y="443103"/>
                  <a:pt x="290417" y="443103"/>
                </a:cubicBezTo>
                <a:cubicBezTo>
                  <a:pt x="290036" y="443103"/>
                  <a:pt x="289560" y="443103"/>
                  <a:pt x="289179" y="443198"/>
                </a:cubicBezTo>
                <a:cubicBezTo>
                  <a:pt x="289179" y="443198"/>
                  <a:pt x="289274" y="443198"/>
                  <a:pt x="289370" y="443198"/>
                </a:cubicBezTo>
                <a:cubicBezTo>
                  <a:pt x="289370" y="443198"/>
                  <a:pt x="289084" y="443198"/>
                  <a:pt x="288608" y="443294"/>
                </a:cubicBezTo>
                <a:cubicBezTo>
                  <a:pt x="288322" y="443294"/>
                  <a:pt x="288036" y="443294"/>
                  <a:pt x="287655" y="443389"/>
                </a:cubicBezTo>
                <a:cubicBezTo>
                  <a:pt x="286798" y="443484"/>
                  <a:pt x="285560" y="443675"/>
                  <a:pt x="284131" y="443865"/>
                </a:cubicBezTo>
                <a:cubicBezTo>
                  <a:pt x="274701" y="445008"/>
                  <a:pt x="254222" y="447294"/>
                  <a:pt x="234601" y="448628"/>
                </a:cubicBezTo>
                <a:cubicBezTo>
                  <a:pt x="230315" y="448818"/>
                  <a:pt x="226219" y="449199"/>
                  <a:pt x="221837" y="449294"/>
                </a:cubicBezTo>
                <a:cubicBezTo>
                  <a:pt x="218313" y="449390"/>
                  <a:pt x="214884" y="449485"/>
                  <a:pt x="211646" y="449485"/>
                </a:cubicBezTo>
                <a:cubicBezTo>
                  <a:pt x="105251" y="449485"/>
                  <a:pt x="37338" y="416624"/>
                  <a:pt x="37338" y="393954"/>
                </a:cubicBezTo>
                <a:lnTo>
                  <a:pt x="37338" y="348044"/>
                </a:lnTo>
                <a:cubicBezTo>
                  <a:pt x="77534" y="373094"/>
                  <a:pt x="144780" y="386048"/>
                  <a:pt x="211646" y="386048"/>
                </a:cubicBezTo>
                <a:cubicBezTo>
                  <a:pt x="250412" y="386048"/>
                  <a:pt x="286322" y="382524"/>
                  <a:pt x="320040" y="373952"/>
                </a:cubicBezTo>
                <a:cubicBezTo>
                  <a:pt x="320040" y="373952"/>
                  <a:pt x="318516" y="374237"/>
                  <a:pt x="317087" y="374428"/>
                </a:cubicBezTo>
                <a:cubicBezTo>
                  <a:pt x="316421" y="374428"/>
                  <a:pt x="315849" y="374618"/>
                  <a:pt x="315468" y="374618"/>
                </a:cubicBezTo>
                <a:cubicBezTo>
                  <a:pt x="320326" y="374618"/>
                  <a:pt x="324707" y="372618"/>
                  <a:pt x="328041" y="369570"/>
                </a:cubicBezTo>
                <a:cubicBezTo>
                  <a:pt x="331089" y="366808"/>
                  <a:pt x="332899" y="362998"/>
                  <a:pt x="333565" y="358712"/>
                </a:cubicBezTo>
                <a:cubicBezTo>
                  <a:pt x="333756" y="357759"/>
                  <a:pt x="333756" y="356902"/>
                  <a:pt x="333756" y="355949"/>
                </a:cubicBezTo>
                <a:cubicBezTo>
                  <a:pt x="333756" y="345662"/>
                  <a:pt x="325755" y="337280"/>
                  <a:pt x="315468" y="337280"/>
                </a:cubicBezTo>
                <a:lnTo>
                  <a:pt x="310039" y="338233"/>
                </a:lnTo>
                <a:lnTo>
                  <a:pt x="309277" y="338233"/>
                </a:lnTo>
                <a:cubicBezTo>
                  <a:pt x="281654" y="345472"/>
                  <a:pt x="252032" y="348901"/>
                  <a:pt x="211741" y="348901"/>
                </a:cubicBezTo>
                <a:cubicBezTo>
                  <a:pt x="105347" y="348901"/>
                  <a:pt x="37433" y="316040"/>
                  <a:pt x="37433" y="293370"/>
                </a:cubicBezTo>
                <a:lnTo>
                  <a:pt x="37433" y="247745"/>
                </a:lnTo>
                <a:cubicBezTo>
                  <a:pt x="77629" y="272796"/>
                  <a:pt x="144875" y="285750"/>
                  <a:pt x="211741" y="285750"/>
                </a:cubicBezTo>
                <a:cubicBezTo>
                  <a:pt x="278606" y="285750"/>
                  <a:pt x="345948" y="272796"/>
                  <a:pt x="386048" y="247745"/>
                </a:cubicBezTo>
                <a:lnTo>
                  <a:pt x="386048" y="255175"/>
                </a:lnTo>
                <a:cubicBezTo>
                  <a:pt x="386048" y="265462"/>
                  <a:pt x="394430" y="273844"/>
                  <a:pt x="404717" y="273844"/>
                </a:cubicBezTo>
                <a:cubicBezTo>
                  <a:pt x="409765" y="273844"/>
                  <a:pt x="414338" y="271748"/>
                  <a:pt x="417766" y="268510"/>
                </a:cubicBezTo>
                <a:cubicBezTo>
                  <a:pt x="419957" y="266319"/>
                  <a:pt x="421386" y="263557"/>
                  <a:pt x="422339" y="260509"/>
                </a:cubicBezTo>
                <a:cubicBezTo>
                  <a:pt x="422815" y="259080"/>
                  <a:pt x="423196" y="257651"/>
                  <a:pt x="423196" y="256032"/>
                </a:cubicBezTo>
                <a:lnTo>
                  <a:pt x="423196" y="92678"/>
                </a:lnTo>
                <a:cubicBezTo>
                  <a:pt x="423196" y="31814"/>
                  <a:pt x="316802" y="0"/>
                  <a:pt x="211741" y="0"/>
                </a:cubicBezTo>
                <a:close/>
                <a:moveTo>
                  <a:pt x="385763" y="193262"/>
                </a:moveTo>
                <a:cubicBezTo>
                  <a:pt x="385763" y="215932"/>
                  <a:pt x="317849" y="248793"/>
                  <a:pt x="211455" y="248793"/>
                </a:cubicBezTo>
                <a:cubicBezTo>
                  <a:pt x="105061" y="248793"/>
                  <a:pt x="37148" y="215932"/>
                  <a:pt x="37148" y="193262"/>
                </a:cubicBezTo>
                <a:lnTo>
                  <a:pt x="37148" y="147352"/>
                </a:lnTo>
                <a:cubicBezTo>
                  <a:pt x="77343" y="172403"/>
                  <a:pt x="144590" y="185357"/>
                  <a:pt x="211455" y="185357"/>
                </a:cubicBezTo>
                <a:cubicBezTo>
                  <a:pt x="278321" y="185357"/>
                  <a:pt x="345662" y="172403"/>
                  <a:pt x="385763" y="147352"/>
                </a:cubicBezTo>
                <a:lnTo>
                  <a:pt x="385763" y="193262"/>
                </a:lnTo>
                <a:close/>
                <a:moveTo>
                  <a:pt x="211455" y="148114"/>
                </a:moveTo>
                <a:cubicBezTo>
                  <a:pt x="105061" y="148114"/>
                  <a:pt x="37148" y="115253"/>
                  <a:pt x="37148" y="92583"/>
                </a:cubicBezTo>
                <a:cubicBezTo>
                  <a:pt x="37148" y="69914"/>
                  <a:pt x="105061" y="37052"/>
                  <a:pt x="211455" y="37052"/>
                </a:cubicBezTo>
                <a:cubicBezTo>
                  <a:pt x="317849" y="37052"/>
                  <a:pt x="385763" y="69914"/>
                  <a:pt x="385763" y="92583"/>
                </a:cubicBezTo>
                <a:cubicBezTo>
                  <a:pt x="385763" y="115253"/>
                  <a:pt x="317849" y="148114"/>
                  <a:pt x="211455" y="148114"/>
                </a:cubicBezTo>
                <a:close/>
                <a:moveTo>
                  <a:pt x="499015" y="384239"/>
                </a:moveTo>
                <a:lnTo>
                  <a:pt x="499015" y="359759"/>
                </a:lnTo>
                <a:cubicBezTo>
                  <a:pt x="499015" y="323374"/>
                  <a:pt x="468535" y="293751"/>
                  <a:pt x="431197" y="293751"/>
                </a:cubicBezTo>
                <a:lnTo>
                  <a:pt x="421100" y="293751"/>
                </a:lnTo>
                <a:cubicBezTo>
                  <a:pt x="383477" y="293751"/>
                  <a:pt x="352901" y="323374"/>
                  <a:pt x="352901" y="359759"/>
                </a:cubicBezTo>
                <a:lnTo>
                  <a:pt x="352901" y="384239"/>
                </a:lnTo>
                <a:cubicBezTo>
                  <a:pt x="337185" y="390906"/>
                  <a:pt x="326136" y="406241"/>
                  <a:pt x="326136" y="423958"/>
                </a:cubicBezTo>
                <a:lnTo>
                  <a:pt x="326136" y="490157"/>
                </a:lnTo>
                <a:cubicBezTo>
                  <a:pt x="326136" y="514064"/>
                  <a:pt x="346043" y="533495"/>
                  <a:pt x="370618" y="533495"/>
                </a:cubicBezTo>
                <a:lnTo>
                  <a:pt x="481298" y="533495"/>
                </a:lnTo>
                <a:cubicBezTo>
                  <a:pt x="505778" y="533495"/>
                  <a:pt x="525780" y="514064"/>
                  <a:pt x="525780" y="490157"/>
                </a:cubicBezTo>
                <a:lnTo>
                  <a:pt x="525780" y="423958"/>
                </a:lnTo>
                <a:cubicBezTo>
                  <a:pt x="525780" y="406241"/>
                  <a:pt x="514731" y="390906"/>
                  <a:pt x="499015" y="384239"/>
                </a:cubicBezTo>
                <a:close/>
                <a:moveTo>
                  <a:pt x="385477" y="359759"/>
                </a:moveTo>
                <a:cubicBezTo>
                  <a:pt x="385477" y="341281"/>
                  <a:pt x="401479" y="326231"/>
                  <a:pt x="421196" y="326231"/>
                </a:cubicBezTo>
                <a:lnTo>
                  <a:pt x="431292" y="326231"/>
                </a:lnTo>
                <a:cubicBezTo>
                  <a:pt x="450818" y="326231"/>
                  <a:pt x="466630" y="341281"/>
                  <a:pt x="466630" y="359759"/>
                </a:cubicBezTo>
                <a:lnTo>
                  <a:pt x="466630" y="380619"/>
                </a:lnTo>
                <a:lnTo>
                  <a:pt x="385477" y="380619"/>
                </a:lnTo>
                <a:lnTo>
                  <a:pt x="385477" y="359759"/>
                </a:lnTo>
                <a:close/>
                <a:moveTo>
                  <a:pt x="493300" y="490157"/>
                </a:moveTo>
                <a:cubicBezTo>
                  <a:pt x="493300" y="496157"/>
                  <a:pt x="487966" y="501015"/>
                  <a:pt x="481298" y="501015"/>
                </a:cubicBezTo>
                <a:lnTo>
                  <a:pt x="370618" y="501015"/>
                </a:lnTo>
                <a:cubicBezTo>
                  <a:pt x="364046" y="501015"/>
                  <a:pt x="358616" y="496157"/>
                  <a:pt x="358616" y="490157"/>
                </a:cubicBezTo>
                <a:lnTo>
                  <a:pt x="358616" y="423958"/>
                </a:lnTo>
                <a:cubicBezTo>
                  <a:pt x="358616" y="417862"/>
                  <a:pt x="363855" y="413099"/>
                  <a:pt x="370618" y="413099"/>
                </a:cubicBezTo>
                <a:lnTo>
                  <a:pt x="481298" y="413099"/>
                </a:lnTo>
                <a:cubicBezTo>
                  <a:pt x="487966" y="413099"/>
                  <a:pt x="493300" y="417862"/>
                  <a:pt x="493300" y="423958"/>
                </a:cubicBezTo>
                <a:lnTo>
                  <a:pt x="493300" y="490157"/>
                </a:lnTo>
                <a:close/>
                <a:moveTo>
                  <a:pt x="426149" y="421005"/>
                </a:moveTo>
                <a:cubicBezTo>
                  <a:pt x="412718" y="421005"/>
                  <a:pt x="399669" y="431197"/>
                  <a:pt x="399669" y="444246"/>
                </a:cubicBezTo>
                <a:lnTo>
                  <a:pt x="399669" y="469773"/>
                </a:lnTo>
                <a:cubicBezTo>
                  <a:pt x="399669" y="482537"/>
                  <a:pt x="412909" y="493014"/>
                  <a:pt x="426149" y="493014"/>
                </a:cubicBezTo>
                <a:cubicBezTo>
                  <a:pt x="439388" y="493014"/>
                  <a:pt x="452628" y="482346"/>
                  <a:pt x="452628" y="469773"/>
                </a:cubicBezTo>
                <a:lnTo>
                  <a:pt x="452628" y="444246"/>
                </a:lnTo>
                <a:cubicBezTo>
                  <a:pt x="452628" y="431483"/>
                  <a:pt x="439388" y="421005"/>
                  <a:pt x="426149" y="421005"/>
                </a:cubicBezTo>
                <a:close/>
                <a:moveTo>
                  <a:pt x="430911" y="464534"/>
                </a:moveTo>
                <a:cubicBezTo>
                  <a:pt x="430911" y="465106"/>
                  <a:pt x="430911" y="468821"/>
                  <a:pt x="426053" y="468821"/>
                </a:cubicBezTo>
                <a:cubicBezTo>
                  <a:pt x="421196" y="468821"/>
                  <a:pt x="421196" y="465296"/>
                  <a:pt x="421196" y="464534"/>
                </a:cubicBezTo>
                <a:lnTo>
                  <a:pt x="421196" y="449485"/>
                </a:lnTo>
                <a:cubicBezTo>
                  <a:pt x="421196" y="448151"/>
                  <a:pt x="421196" y="445199"/>
                  <a:pt x="426053" y="445199"/>
                </a:cubicBezTo>
                <a:cubicBezTo>
                  <a:pt x="430911" y="445199"/>
                  <a:pt x="430911" y="448532"/>
                  <a:pt x="430911" y="449485"/>
                </a:cubicBezTo>
                <a:lnTo>
                  <a:pt x="430911" y="46453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37150" tIns="68550" rIns="137150" bIns="685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25252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43"/>
          <p:cNvSpPr txBox="1"/>
          <p:nvPr/>
        </p:nvSpPr>
        <p:spPr>
          <a:xfrm>
            <a:off x="1200150" y="2933700"/>
            <a:ext cx="4572000" cy="13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Identity and</a:t>
            </a:r>
            <a:br>
              <a:rPr lang="en-US" sz="3200" b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3200" b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Access Control </a:t>
            </a:r>
            <a:endParaRPr sz="3200" b="1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6" name="Google Shape;396;p43"/>
          <p:cNvSpPr txBox="1"/>
          <p:nvPr/>
        </p:nvSpPr>
        <p:spPr>
          <a:xfrm>
            <a:off x="6896100" y="2933700"/>
            <a:ext cx="4572000" cy="133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Data Exfiltration and Unauthorized Data Movement</a:t>
            </a:r>
            <a:endParaRPr sz="3200" b="1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7" name="Google Shape;397;p43"/>
          <p:cNvSpPr txBox="1"/>
          <p:nvPr/>
        </p:nvSpPr>
        <p:spPr>
          <a:xfrm>
            <a:off x="12592050" y="2933700"/>
            <a:ext cx="4572000" cy="133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Centralized Visibility</a:t>
            </a:r>
            <a:endParaRPr sz="3200" b="1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44"/>
          <p:cNvSpPr/>
          <p:nvPr/>
        </p:nvSpPr>
        <p:spPr>
          <a:xfrm>
            <a:off x="1196681" y="2555219"/>
            <a:ext cx="15845400" cy="6756000"/>
          </a:xfrm>
          <a:prstGeom prst="roundRect">
            <a:avLst>
              <a:gd name="adj" fmla="val 3896"/>
            </a:avLst>
          </a:prstGeom>
          <a:solidFill>
            <a:schemeClr val="lt2"/>
          </a:solidFill>
          <a:ln w="36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7675" tIns="87675" rIns="87675" bIns="876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42"/>
          </a:p>
        </p:txBody>
      </p:sp>
      <p:sp>
        <p:nvSpPr>
          <p:cNvPr id="404" name="Google Shape;404;p44"/>
          <p:cNvSpPr/>
          <p:nvPr/>
        </p:nvSpPr>
        <p:spPr>
          <a:xfrm>
            <a:off x="2640438" y="5038699"/>
            <a:ext cx="3635100" cy="3260100"/>
          </a:xfrm>
          <a:prstGeom prst="roundRect">
            <a:avLst>
              <a:gd name="adj" fmla="val 6368"/>
            </a:avLst>
          </a:prstGeom>
          <a:solidFill>
            <a:srgbClr val="28B5E8">
              <a:alpha val="25000"/>
            </a:srgbClr>
          </a:solidFill>
          <a:ln>
            <a:noFill/>
          </a:ln>
        </p:spPr>
        <p:txBody>
          <a:bodyPr spcFirstLastPara="1" wrap="square" lIns="87675" tIns="87675" rIns="87675" bIns="876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17" b="1">
              <a:solidFill>
                <a:srgbClr val="434343"/>
              </a:solidFill>
            </a:endParaRPr>
          </a:p>
        </p:txBody>
      </p:sp>
      <p:sp>
        <p:nvSpPr>
          <p:cNvPr id="405" name="Google Shape;405;p44"/>
          <p:cNvSpPr/>
          <p:nvPr/>
        </p:nvSpPr>
        <p:spPr>
          <a:xfrm>
            <a:off x="2640437" y="5038699"/>
            <a:ext cx="3635100" cy="3260100"/>
          </a:xfrm>
          <a:prstGeom prst="roundRect">
            <a:avLst>
              <a:gd name="adj" fmla="val 6368"/>
            </a:avLst>
          </a:prstGeom>
          <a:solidFill>
            <a:srgbClr val="7D44CF">
              <a:alpha val="21250"/>
            </a:srgbClr>
          </a:solidFill>
          <a:ln w="36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  <a:effectLst>
            <a:outerShdw blurRad="602668" dist="18263" dir="54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87675" tIns="87675" rIns="87675" bIns="876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17" b="1">
              <a:solidFill>
                <a:srgbClr val="434343"/>
              </a:solidFill>
            </a:endParaRPr>
          </a:p>
        </p:txBody>
      </p:sp>
      <p:sp>
        <p:nvSpPr>
          <p:cNvPr id="406" name="Google Shape;406;p44"/>
          <p:cNvSpPr/>
          <p:nvPr/>
        </p:nvSpPr>
        <p:spPr>
          <a:xfrm>
            <a:off x="7334993" y="4976297"/>
            <a:ext cx="3635100" cy="3322800"/>
          </a:xfrm>
          <a:prstGeom prst="roundRect">
            <a:avLst>
              <a:gd name="adj" fmla="val 6368"/>
            </a:avLst>
          </a:prstGeom>
          <a:solidFill>
            <a:srgbClr val="28B5E8">
              <a:alpha val="25000"/>
            </a:srgbClr>
          </a:solidFill>
          <a:ln>
            <a:noFill/>
          </a:ln>
        </p:spPr>
        <p:txBody>
          <a:bodyPr spcFirstLastPara="1" wrap="square" lIns="87675" tIns="87675" rIns="87675" bIns="876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17" b="1">
              <a:solidFill>
                <a:srgbClr val="434343"/>
              </a:solidFill>
            </a:endParaRPr>
          </a:p>
        </p:txBody>
      </p:sp>
      <p:sp>
        <p:nvSpPr>
          <p:cNvPr id="407" name="Google Shape;407;p44"/>
          <p:cNvSpPr/>
          <p:nvPr/>
        </p:nvSpPr>
        <p:spPr>
          <a:xfrm>
            <a:off x="16705843" y="8836821"/>
            <a:ext cx="667800" cy="667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87675" tIns="87675" rIns="87675" bIns="876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42"/>
          </a:p>
        </p:txBody>
      </p:sp>
      <p:sp>
        <p:nvSpPr>
          <p:cNvPr id="408" name="Google Shape;408;p44"/>
          <p:cNvSpPr txBox="1">
            <a:spLocks noGrp="1"/>
          </p:cNvSpPr>
          <p:nvPr>
            <p:ph type="title"/>
          </p:nvPr>
        </p:nvSpPr>
        <p:spPr>
          <a:xfrm>
            <a:off x="731520" y="548640"/>
            <a:ext cx="16642200" cy="731400"/>
          </a:xfrm>
          <a:prstGeom prst="rect">
            <a:avLst/>
          </a:prstGeom>
        </p:spPr>
        <p:txBody>
          <a:bodyPr spcFirstLastPara="1" wrap="square" lIns="182900" tIns="182900" rIns="182900" bIns="182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 Investments at a Glance</a:t>
            </a:r>
            <a:endParaRPr/>
          </a:p>
        </p:txBody>
      </p:sp>
      <p:sp>
        <p:nvSpPr>
          <p:cNvPr id="409" name="Google Shape;409;p44"/>
          <p:cNvSpPr txBox="1">
            <a:spLocks noGrp="1"/>
          </p:cNvSpPr>
          <p:nvPr>
            <p:ph type="subTitle" idx="1"/>
          </p:nvPr>
        </p:nvSpPr>
        <p:spPr>
          <a:xfrm>
            <a:off x="731520" y="1311725"/>
            <a:ext cx="17769300" cy="732000"/>
          </a:xfrm>
          <a:prstGeom prst="rect">
            <a:avLst/>
          </a:prstGeom>
        </p:spPr>
        <p:txBody>
          <a:bodyPr spcFirstLastPara="1" wrap="square" lIns="182900" tIns="182900" rIns="182900" bIns="182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/>
              <a:t>Proactive enterprise-grade security capabilities for data and AI—built-in, not bolted on</a:t>
            </a:r>
            <a:endParaRPr sz="34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400"/>
          </a:p>
        </p:txBody>
      </p:sp>
      <p:sp>
        <p:nvSpPr>
          <p:cNvPr id="410" name="Google Shape;410;p44"/>
          <p:cNvSpPr/>
          <p:nvPr/>
        </p:nvSpPr>
        <p:spPr>
          <a:xfrm>
            <a:off x="8391303" y="2382730"/>
            <a:ext cx="1456500" cy="339300"/>
          </a:xfrm>
          <a:prstGeom prst="roundRect">
            <a:avLst>
              <a:gd name="adj" fmla="val 1869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0" tIns="175300" rIns="0" bIns="1753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34" b="1">
                <a:solidFill>
                  <a:schemeClr val="dk1"/>
                </a:solidFill>
              </a:rPr>
              <a:t>SNOWFLAKE  </a:t>
            </a:r>
            <a:endParaRPr sz="1534" b="1">
              <a:solidFill>
                <a:schemeClr val="dk1"/>
              </a:solidFill>
            </a:endParaRPr>
          </a:p>
        </p:txBody>
      </p:sp>
      <p:grpSp>
        <p:nvGrpSpPr>
          <p:cNvPr id="411" name="Google Shape;411;p44"/>
          <p:cNvGrpSpPr/>
          <p:nvPr/>
        </p:nvGrpSpPr>
        <p:grpSpPr>
          <a:xfrm>
            <a:off x="914249" y="2239257"/>
            <a:ext cx="636160" cy="636160"/>
            <a:chOff x="269700" y="1348625"/>
            <a:chExt cx="331800" cy="331800"/>
          </a:xfrm>
        </p:grpSpPr>
        <p:sp>
          <p:nvSpPr>
            <p:cNvPr id="412" name="Google Shape;412;p44"/>
            <p:cNvSpPr/>
            <p:nvPr/>
          </p:nvSpPr>
          <p:spPr>
            <a:xfrm>
              <a:off x="269700" y="1348625"/>
              <a:ext cx="331800" cy="3318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75300" tIns="175300" rIns="175300" bIns="17530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684"/>
            </a:p>
          </p:txBody>
        </p:sp>
        <p:sp>
          <p:nvSpPr>
            <p:cNvPr id="413" name="Google Shape;413;p44"/>
            <p:cNvSpPr/>
            <p:nvPr/>
          </p:nvSpPr>
          <p:spPr>
            <a:xfrm>
              <a:off x="328369" y="1406807"/>
              <a:ext cx="214514" cy="215505"/>
            </a:xfrm>
            <a:custGeom>
              <a:avLst/>
              <a:gdLst/>
              <a:ahLst/>
              <a:cxnLst/>
              <a:rect l="l" t="t" r="r" b="b"/>
              <a:pathLst>
                <a:path w="825052" h="828865" extrusionOk="0">
                  <a:moveTo>
                    <a:pt x="799179" y="357949"/>
                  </a:moveTo>
                  <a:lnTo>
                    <a:pt x="701516" y="414464"/>
                  </a:lnTo>
                  <a:lnTo>
                    <a:pt x="799179" y="470789"/>
                  </a:lnTo>
                  <a:cubicBezTo>
                    <a:pt x="823817" y="485077"/>
                    <a:pt x="832262" y="516446"/>
                    <a:pt x="818038" y="541147"/>
                  </a:cubicBezTo>
                  <a:cubicBezTo>
                    <a:pt x="803814" y="565721"/>
                    <a:pt x="772318" y="574103"/>
                    <a:pt x="747744" y="559943"/>
                  </a:cubicBezTo>
                  <a:lnTo>
                    <a:pt x="572865" y="458978"/>
                  </a:lnTo>
                  <a:cubicBezTo>
                    <a:pt x="561181" y="452184"/>
                    <a:pt x="553116" y="441579"/>
                    <a:pt x="549497" y="429578"/>
                  </a:cubicBezTo>
                  <a:cubicBezTo>
                    <a:pt x="547782" y="424053"/>
                    <a:pt x="547020" y="418402"/>
                    <a:pt x="547211" y="412813"/>
                  </a:cubicBezTo>
                  <a:cubicBezTo>
                    <a:pt x="547338" y="408749"/>
                    <a:pt x="547909" y="404685"/>
                    <a:pt x="549052" y="400685"/>
                  </a:cubicBezTo>
                  <a:cubicBezTo>
                    <a:pt x="552545" y="388112"/>
                    <a:pt x="560736" y="376872"/>
                    <a:pt x="572928" y="369760"/>
                  </a:cubicBezTo>
                  <a:lnTo>
                    <a:pt x="747807" y="268859"/>
                  </a:lnTo>
                  <a:cubicBezTo>
                    <a:pt x="772382" y="254635"/>
                    <a:pt x="803878" y="263080"/>
                    <a:pt x="818102" y="287719"/>
                  </a:cubicBezTo>
                  <a:cubicBezTo>
                    <a:pt x="832389" y="312293"/>
                    <a:pt x="823944" y="343725"/>
                    <a:pt x="799242" y="357949"/>
                  </a:cubicBezTo>
                  <a:close/>
                  <a:moveTo>
                    <a:pt x="706723" y="631698"/>
                  </a:moveTo>
                  <a:lnTo>
                    <a:pt x="531844" y="530860"/>
                  </a:lnTo>
                  <a:cubicBezTo>
                    <a:pt x="522446" y="525399"/>
                    <a:pt x="512032" y="523303"/>
                    <a:pt x="502062" y="524129"/>
                  </a:cubicBezTo>
                  <a:cubicBezTo>
                    <a:pt x="475392" y="526034"/>
                    <a:pt x="454437" y="548322"/>
                    <a:pt x="454437" y="575437"/>
                  </a:cubicBezTo>
                  <a:lnTo>
                    <a:pt x="454437" y="777367"/>
                  </a:lnTo>
                  <a:cubicBezTo>
                    <a:pt x="454437" y="805815"/>
                    <a:pt x="477424" y="828865"/>
                    <a:pt x="505872" y="828865"/>
                  </a:cubicBezTo>
                  <a:cubicBezTo>
                    <a:pt x="534320" y="828865"/>
                    <a:pt x="557371" y="805815"/>
                    <a:pt x="557371" y="777367"/>
                  </a:cubicBezTo>
                  <a:lnTo>
                    <a:pt x="557371" y="664400"/>
                  </a:lnTo>
                  <a:lnTo>
                    <a:pt x="655288" y="720915"/>
                  </a:lnTo>
                  <a:cubicBezTo>
                    <a:pt x="679862" y="735203"/>
                    <a:pt x="711358" y="726758"/>
                    <a:pt x="725519" y="702183"/>
                  </a:cubicBezTo>
                  <a:cubicBezTo>
                    <a:pt x="739679" y="677545"/>
                    <a:pt x="731297" y="645986"/>
                    <a:pt x="706659" y="631698"/>
                  </a:cubicBezTo>
                  <a:close/>
                  <a:moveTo>
                    <a:pt x="504920" y="434149"/>
                  </a:moveTo>
                  <a:lnTo>
                    <a:pt x="432212" y="506730"/>
                  </a:lnTo>
                  <a:cubicBezTo>
                    <a:pt x="430117" y="508889"/>
                    <a:pt x="426116" y="510603"/>
                    <a:pt x="423068" y="510603"/>
                  </a:cubicBezTo>
                  <a:lnTo>
                    <a:pt x="401669" y="510603"/>
                  </a:lnTo>
                  <a:cubicBezTo>
                    <a:pt x="398748" y="510603"/>
                    <a:pt x="394684" y="508889"/>
                    <a:pt x="392525" y="506730"/>
                  </a:cubicBezTo>
                  <a:lnTo>
                    <a:pt x="319881" y="434149"/>
                  </a:lnTo>
                  <a:cubicBezTo>
                    <a:pt x="317785" y="432118"/>
                    <a:pt x="316134" y="427990"/>
                    <a:pt x="316134" y="425069"/>
                  </a:cubicBezTo>
                  <a:lnTo>
                    <a:pt x="316134" y="403669"/>
                  </a:lnTo>
                  <a:cubicBezTo>
                    <a:pt x="316134" y="400685"/>
                    <a:pt x="317785" y="396557"/>
                    <a:pt x="319881" y="394525"/>
                  </a:cubicBezTo>
                  <a:lnTo>
                    <a:pt x="392525" y="321945"/>
                  </a:lnTo>
                  <a:cubicBezTo>
                    <a:pt x="394620" y="319786"/>
                    <a:pt x="398684" y="318135"/>
                    <a:pt x="401669" y="318135"/>
                  </a:cubicBezTo>
                  <a:lnTo>
                    <a:pt x="423068" y="318135"/>
                  </a:lnTo>
                  <a:cubicBezTo>
                    <a:pt x="426053" y="318135"/>
                    <a:pt x="430117" y="319786"/>
                    <a:pt x="432212" y="321945"/>
                  </a:cubicBezTo>
                  <a:lnTo>
                    <a:pt x="504920" y="394525"/>
                  </a:lnTo>
                  <a:cubicBezTo>
                    <a:pt x="507015" y="396621"/>
                    <a:pt x="508666" y="400685"/>
                    <a:pt x="508666" y="403669"/>
                  </a:cubicBezTo>
                  <a:lnTo>
                    <a:pt x="508666" y="425069"/>
                  </a:lnTo>
                  <a:cubicBezTo>
                    <a:pt x="508666" y="427990"/>
                    <a:pt x="507015" y="432054"/>
                    <a:pt x="504920" y="434149"/>
                  </a:cubicBezTo>
                  <a:close/>
                  <a:moveTo>
                    <a:pt x="446817" y="414020"/>
                  </a:moveTo>
                  <a:cubicBezTo>
                    <a:pt x="446817" y="411099"/>
                    <a:pt x="445039" y="407035"/>
                    <a:pt x="442944" y="404813"/>
                  </a:cubicBezTo>
                  <a:lnTo>
                    <a:pt x="421925" y="383857"/>
                  </a:lnTo>
                  <a:cubicBezTo>
                    <a:pt x="419830" y="381762"/>
                    <a:pt x="415766" y="380047"/>
                    <a:pt x="412845" y="380047"/>
                  </a:cubicBezTo>
                  <a:lnTo>
                    <a:pt x="412019" y="380047"/>
                  </a:lnTo>
                  <a:cubicBezTo>
                    <a:pt x="409098" y="380047"/>
                    <a:pt x="405034" y="381762"/>
                    <a:pt x="402939" y="383857"/>
                  </a:cubicBezTo>
                  <a:lnTo>
                    <a:pt x="381920" y="404813"/>
                  </a:lnTo>
                  <a:cubicBezTo>
                    <a:pt x="379825" y="406971"/>
                    <a:pt x="378174" y="411099"/>
                    <a:pt x="378174" y="414020"/>
                  </a:cubicBezTo>
                  <a:lnTo>
                    <a:pt x="378174" y="414846"/>
                  </a:lnTo>
                  <a:cubicBezTo>
                    <a:pt x="378174" y="417766"/>
                    <a:pt x="379761" y="421767"/>
                    <a:pt x="381920" y="423926"/>
                  </a:cubicBezTo>
                  <a:lnTo>
                    <a:pt x="402939" y="444944"/>
                  </a:lnTo>
                  <a:cubicBezTo>
                    <a:pt x="405034" y="447040"/>
                    <a:pt x="409035" y="448755"/>
                    <a:pt x="412019" y="448755"/>
                  </a:cubicBezTo>
                  <a:lnTo>
                    <a:pt x="412845" y="448755"/>
                  </a:lnTo>
                  <a:cubicBezTo>
                    <a:pt x="415766" y="448755"/>
                    <a:pt x="419893" y="447040"/>
                    <a:pt x="421925" y="444944"/>
                  </a:cubicBezTo>
                  <a:lnTo>
                    <a:pt x="442944" y="423926"/>
                  </a:lnTo>
                  <a:cubicBezTo>
                    <a:pt x="445039" y="421830"/>
                    <a:pt x="446817" y="417766"/>
                    <a:pt x="446817" y="414846"/>
                  </a:cubicBezTo>
                  <a:lnTo>
                    <a:pt x="446817" y="414020"/>
                  </a:lnTo>
                  <a:close/>
                  <a:moveTo>
                    <a:pt x="118141" y="197041"/>
                  </a:moveTo>
                  <a:lnTo>
                    <a:pt x="293020" y="298005"/>
                  </a:lnTo>
                  <a:cubicBezTo>
                    <a:pt x="302418" y="303403"/>
                    <a:pt x="312832" y="305562"/>
                    <a:pt x="322865" y="304736"/>
                  </a:cubicBezTo>
                  <a:cubicBezTo>
                    <a:pt x="349472" y="302768"/>
                    <a:pt x="370490" y="280480"/>
                    <a:pt x="370490" y="253365"/>
                  </a:cubicBezTo>
                  <a:lnTo>
                    <a:pt x="370490" y="51435"/>
                  </a:lnTo>
                  <a:cubicBezTo>
                    <a:pt x="370490" y="23050"/>
                    <a:pt x="347376" y="0"/>
                    <a:pt x="319055" y="0"/>
                  </a:cubicBezTo>
                  <a:cubicBezTo>
                    <a:pt x="290734" y="0"/>
                    <a:pt x="267557" y="23050"/>
                    <a:pt x="267557" y="51435"/>
                  </a:cubicBezTo>
                  <a:lnTo>
                    <a:pt x="267557" y="164402"/>
                  </a:lnTo>
                  <a:lnTo>
                    <a:pt x="169576" y="107823"/>
                  </a:lnTo>
                  <a:cubicBezTo>
                    <a:pt x="145002" y="93599"/>
                    <a:pt x="113569" y="102044"/>
                    <a:pt x="99345" y="126619"/>
                  </a:cubicBezTo>
                  <a:cubicBezTo>
                    <a:pt x="85121" y="151321"/>
                    <a:pt x="93567" y="182753"/>
                    <a:pt x="118141" y="196977"/>
                  </a:cubicBezTo>
                  <a:close/>
                  <a:moveTo>
                    <a:pt x="502062" y="304673"/>
                  </a:moveTo>
                  <a:cubicBezTo>
                    <a:pt x="512095" y="305499"/>
                    <a:pt x="522509" y="303339"/>
                    <a:pt x="531844" y="297942"/>
                  </a:cubicBezTo>
                  <a:lnTo>
                    <a:pt x="706723" y="196977"/>
                  </a:lnTo>
                  <a:cubicBezTo>
                    <a:pt x="731361" y="182753"/>
                    <a:pt x="739743" y="151257"/>
                    <a:pt x="725582" y="126619"/>
                  </a:cubicBezTo>
                  <a:cubicBezTo>
                    <a:pt x="711358" y="102044"/>
                    <a:pt x="679926" y="93599"/>
                    <a:pt x="655351" y="107823"/>
                  </a:cubicBezTo>
                  <a:lnTo>
                    <a:pt x="557434" y="164402"/>
                  </a:lnTo>
                  <a:lnTo>
                    <a:pt x="557434" y="51435"/>
                  </a:lnTo>
                  <a:cubicBezTo>
                    <a:pt x="557434" y="23050"/>
                    <a:pt x="534384" y="0"/>
                    <a:pt x="505936" y="0"/>
                  </a:cubicBezTo>
                  <a:cubicBezTo>
                    <a:pt x="477488" y="0"/>
                    <a:pt x="454501" y="23050"/>
                    <a:pt x="454501" y="51435"/>
                  </a:cubicBezTo>
                  <a:lnTo>
                    <a:pt x="454501" y="253365"/>
                  </a:lnTo>
                  <a:cubicBezTo>
                    <a:pt x="454501" y="280416"/>
                    <a:pt x="475456" y="302768"/>
                    <a:pt x="502126" y="304736"/>
                  </a:cubicBezTo>
                  <a:close/>
                  <a:moveTo>
                    <a:pt x="322929" y="524129"/>
                  </a:moveTo>
                  <a:cubicBezTo>
                    <a:pt x="312896" y="523240"/>
                    <a:pt x="302418" y="525399"/>
                    <a:pt x="293084" y="530860"/>
                  </a:cubicBezTo>
                  <a:lnTo>
                    <a:pt x="118205" y="631698"/>
                  </a:lnTo>
                  <a:cubicBezTo>
                    <a:pt x="93630" y="645922"/>
                    <a:pt x="85185" y="677481"/>
                    <a:pt x="99409" y="702183"/>
                  </a:cubicBezTo>
                  <a:cubicBezTo>
                    <a:pt x="113696" y="726758"/>
                    <a:pt x="145129" y="735203"/>
                    <a:pt x="169640" y="720915"/>
                  </a:cubicBezTo>
                  <a:lnTo>
                    <a:pt x="267620" y="664400"/>
                  </a:lnTo>
                  <a:lnTo>
                    <a:pt x="267620" y="777367"/>
                  </a:lnTo>
                  <a:cubicBezTo>
                    <a:pt x="267620" y="805815"/>
                    <a:pt x="290671" y="828865"/>
                    <a:pt x="319119" y="828865"/>
                  </a:cubicBezTo>
                  <a:cubicBezTo>
                    <a:pt x="347567" y="828865"/>
                    <a:pt x="370554" y="805815"/>
                    <a:pt x="370554" y="777367"/>
                  </a:cubicBezTo>
                  <a:lnTo>
                    <a:pt x="370554" y="575437"/>
                  </a:lnTo>
                  <a:cubicBezTo>
                    <a:pt x="370554" y="548322"/>
                    <a:pt x="349535" y="526034"/>
                    <a:pt x="322929" y="524129"/>
                  </a:cubicBezTo>
                  <a:close/>
                  <a:moveTo>
                    <a:pt x="275494" y="429578"/>
                  </a:moveTo>
                  <a:cubicBezTo>
                    <a:pt x="277209" y="424053"/>
                    <a:pt x="277971" y="418402"/>
                    <a:pt x="277844" y="412813"/>
                  </a:cubicBezTo>
                  <a:cubicBezTo>
                    <a:pt x="277653" y="408749"/>
                    <a:pt x="277145" y="404685"/>
                    <a:pt x="275939" y="400685"/>
                  </a:cubicBezTo>
                  <a:cubicBezTo>
                    <a:pt x="272510" y="388112"/>
                    <a:pt x="264255" y="376872"/>
                    <a:pt x="251999" y="369760"/>
                  </a:cubicBezTo>
                  <a:lnTo>
                    <a:pt x="77247" y="268859"/>
                  </a:lnTo>
                  <a:cubicBezTo>
                    <a:pt x="52609" y="254635"/>
                    <a:pt x="21113" y="263080"/>
                    <a:pt x="6953" y="287719"/>
                  </a:cubicBezTo>
                  <a:cubicBezTo>
                    <a:pt x="-7335" y="312293"/>
                    <a:pt x="1111" y="343725"/>
                    <a:pt x="25749" y="357949"/>
                  </a:cubicBezTo>
                  <a:lnTo>
                    <a:pt x="123412" y="414464"/>
                  </a:lnTo>
                  <a:lnTo>
                    <a:pt x="25749" y="470789"/>
                  </a:lnTo>
                  <a:cubicBezTo>
                    <a:pt x="1111" y="485077"/>
                    <a:pt x="-7335" y="516446"/>
                    <a:pt x="6953" y="541147"/>
                  </a:cubicBezTo>
                  <a:cubicBezTo>
                    <a:pt x="21113" y="565721"/>
                    <a:pt x="52546" y="574103"/>
                    <a:pt x="77247" y="559943"/>
                  </a:cubicBezTo>
                  <a:lnTo>
                    <a:pt x="251999" y="458978"/>
                  </a:lnTo>
                  <a:cubicBezTo>
                    <a:pt x="263810" y="452184"/>
                    <a:pt x="271811" y="441579"/>
                    <a:pt x="275494" y="429578"/>
                  </a:cubicBezTo>
                  <a:close/>
                </a:path>
              </a:pathLst>
            </a:custGeom>
            <a:solidFill>
              <a:srgbClr val="29B5E8"/>
            </a:solidFill>
            <a:ln>
              <a:noFill/>
            </a:ln>
          </p:spPr>
          <p:txBody>
            <a:bodyPr spcFirstLastPara="1" wrap="square" lIns="207550" tIns="103775" rIns="207550" bIns="1037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21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14" name="Google Shape;414;p44"/>
          <p:cNvGrpSpPr/>
          <p:nvPr/>
        </p:nvGrpSpPr>
        <p:grpSpPr>
          <a:xfrm>
            <a:off x="16803218" y="8899219"/>
            <a:ext cx="472876" cy="542992"/>
            <a:chOff x="1853392" y="179809"/>
            <a:chExt cx="249381" cy="286328"/>
          </a:xfrm>
        </p:grpSpPr>
        <p:sp>
          <p:nvSpPr>
            <p:cNvPr id="415" name="Google Shape;415;p44"/>
            <p:cNvSpPr/>
            <p:nvPr/>
          </p:nvSpPr>
          <p:spPr>
            <a:xfrm>
              <a:off x="1853392" y="179809"/>
              <a:ext cx="249381" cy="286328"/>
            </a:xfrm>
            <a:custGeom>
              <a:avLst/>
              <a:gdLst/>
              <a:ahLst/>
              <a:cxnLst/>
              <a:rect l="l" t="t" r="r" b="b"/>
              <a:pathLst>
                <a:path w="249381" h="286328" extrusionOk="0">
                  <a:moveTo>
                    <a:pt x="144180" y="1"/>
                  </a:moveTo>
                  <a:lnTo>
                    <a:pt x="105202" y="1"/>
                  </a:lnTo>
                  <a:cubicBezTo>
                    <a:pt x="68291" y="52"/>
                    <a:pt x="38382" y="29961"/>
                    <a:pt x="38331" y="66872"/>
                  </a:cubicBezTo>
                  <a:lnTo>
                    <a:pt x="38331" y="115825"/>
                  </a:lnTo>
                  <a:lnTo>
                    <a:pt x="37407" y="115825"/>
                  </a:lnTo>
                  <a:cubicBezTo>
                    <a:pt x="16733" y="115876"/>
                    <a:pt x="0" y="132650"/>
                    <a:pt x="0" y="153325"/>
                  </a:cubicBezTo>
                  <a:lnTo>
                    <a:pt x="0" y="248829"/>
                  </a:lnTo>
                  <a:cubicBezTo>
                    <a:pt x="0" y="269503"/>
                    <a:pt x="16733" y="286278"/>
                    <a:pt x="37407" y="286328"/>
                  </a:cubicBezTo>
                  <a:lnTo>
                    <a:pt x="212436" y="286328"/>
                  </a:lnTo>
                  <a:cubicBezTo>
                    <a:pt x="232930" y="286025"/>
                    <a:pt x="249384" y="269325"/>
                    <a:pt x="249382" y="248829"/>
                  </a:cubicBezTo>
                  <a:lnTo>
                    <a:pt x="249382" y="153325"/>
                  </a:lnTo>
                  <a:cubicBezTo>
                    <a:pt x="249384" y="132828"/>
                    <a:pt x="232930" y="116128"/>
                    <a:pt x="212436" y="115825"/>
                  </a:cubicBezTo>
                  <a:lnTo>
                    <a:pt x="211513" y="115825"/>
                  </a:lnTo>
                  <a:lnTo>
                    <a:pt x="211513" y="66872"/>
                  </a:lnTo>
                  <a:cubicBezTo>
                    <a:pt x="211462" y="29889"/>
                    <a:pt x="181441" y="-50"/>
                    <a:pt x="144458" y="0"/>
                  </a:cubicBezTo>
                  <a:cubicBezTo>
                    <a:pt x="144365" y="0"/>
                    <a:pt x="144272" y="1"/>
                    <a:pt x="144180" y="1"/>
                  </a:cubicBezTo>
                  <a:close/>
                  <a:moveTo>
                    <a:pt x="61052" y="66872"/>
                  </a:moveTo>
                  <a:cubicBezTo>
                    <a:pt x="61052" y="42285"/>
                    <a:pt x="80984" y="22353"/>
                    <a:pt x="105572" y="22353"/>
                  </a:cubicBezTo>
                  <a:lnTo>
                    <a:pt x="144549" y="22353"/>
                  </a:lnTo>
                  <a:cubicBezTo>
                    <a:pt x="169136" y="22353"/>
                    <a:pt x="189068" y="42285"/>
                    <a:pt x="189068" y="66872"/>
                  </a:cubicBezTo>
                  <a:lnTo>
                    <a:pt x="189068" y="115825"/>
                  </a:lnTo>
                  <a:lnTo>
                    <a:pt x="60683" y="115825"/>
                  </a:lnTo>
                  <a:close/>
                  <a:moveTo>
                    <a:pt x="212436" y="138546"/>
                  </a:moveTo>
                  <a:cubicBezTo>
                    <a:pt x="220802" y="138546"/>
                    <a:pt x="227584" y="145329"/>
                    <a:pt x="227584" y="153694"/>
                  </a:cubicBezTo>
                  <a:lnTo>
                    <a:pt x="227584" y="248829"/>
                  </a:lnTo>
                  <a:cubicBezTo>
                    <a:pt x="227584" y="257194"/>
                    <a:pt x="220802" y="263976"/>
                    <a:pt x="212436" y="263976"/>
                  </a:cubicBezTo>
                  <a:lnTo>
                    <a:pt x="37407" y="263976"/>
                  </a:lnTo>
                  <a:cubicBezTo>
                    <a:pt x="29041" y="263976"/>
                    <a:pt x="22260" y="257194"/>
                    <a:pt x="22260" y="248829"/>
                  </a:cubicBezTo>
                  <a:lnTo>
                    <a:pt x="22260" y="153325"/>
                  </a:lnTo>
                  <a:cubicBezTo>
                    <a:pt x="22460" y="145103"/>
                    <a:pt x="29184" y="138544"/>
                    <a:pt x="37407" y="138546"/>
                  </a:cubicBezTo>
                  <a:close/>
                </a:path>
              </a:pathLst>
            </a:custGeom>
            <a:solidFill>
              <a:srgbClr val="2AB5E8"/>
            </a:solidFill>
            <a:ln>
              <a:noFill/>
            </a:ln>
          </p:spPr>
          <p:txBody>
            <a:bodyPr spcFirstLastPara="1" wrap="square" lIns="229950" tIns="114950" rIns="229950" bIns="11495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252525"/>
                </a:buClr>
                <a:buSzPts val="3643"/>
                <a:buFont typeface="Arial"/>
                <a:buNone/>
              </a:pPr>
              <a:endParaRPr sz="3643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6" name="Google Shape;416;p44"/>
            <p:cNvSpPr/>
            <p:nvPr/>
          </p:nvSpPr>
          <p:spPr>
            <a:xfrm>
              <a:off x="1951851" y="344863"/>
              <a:ext cx="50892" cy="72044"/>
            </a:xfrm>
            <a:custGeom>
              <a:avLst/>
              <a:gdLst/>
              <a:ahLst/>
              <a:cxnLst/>
              <a:rect l="l" t="t" r="r" b="b"/>
              <a:pathLst>
                <a:path w="50892" h="72044" extrusionOk="0">
                  <a:moveTo>
                    <a:pt x="25492" y="72044"/>
                  </a:moveTo>
                  <a:cubicBezTo>
                    <a:pt x="39437" y="71846"/>
                    <a:pt x="50694" y="60589"/>
                    <a:pt x="50892" y="46644"/>
                  </a:cubicBezTo>
                  <a:lnTo>
                    <a:pt x="50892" y="25401"/>
                  </a:lnTo>
                  <a:cubicBezTo>
                    <a:pt x="50792" y="11415"/>
                    <a:pt x="39478" y="101"/>
                    <a:pt x="25492" y="1"/>
                  </a:cubicBezTo>
                  <a:cubicBezTo>
                    <a:pt x="11551" y="-102"/>
                    <a:pt x="152" y="11090"/>
                    <a:pt x="0" y="25031"/>
                  </a:cubicBezTo>
                  <a:lnTo>
                    <a:pt x="0" y="46644"/>
                  </a:lnTo>
                  <a:cubicBezTo>
                    <a:pt x="0" y="60673"/>
                    <a:pt x="11372" y="72044"/>
                    <a:pt x="25400" y="72044"/>
                  </a:cubicBezTo>
                  <a:cubicBezTo>
                    <a:pt x="25430" y="72044"/>
                    <a:pt x="25462" y="72044"/>
                    <a:pt x="25492" y="72044"/>
                  </a:cubicBezTo>
                  <a:close/>
                  <a:moveTo>
                    <a:pt x="17826" y="25401"/>
                  </a:moveTo>
                  <a:lnTo>
                    <a:pt x="17826" y="25401"/>
                  </a:lnTo>
                  <a:cubicBezTo>
                    <a:pt x="17974" y="21362"/>
                    <a:pt x="21267" y="18150"/>
                    <a:pt x="25308" y="18104"/>
                  </a:cubicBezTo>
                  <a:lnTo>
                    <a:pt x="25308" y="18104"/>
                  </a:lnTo>
                  <a:cubicBezTo>
                    <a:pt x="29449" y="18202"/>
                    <a:pt x="32784" y="21536"/>
                    <a:pt x="32881" y="25678"/>
                  </a:cubicBezTo>
                  <a:lnTo>
                    <a:pt x="32881" y="46829"/>
                  </a:lnTo>
                  <a:cubicBezTo>
                    <a:pt x="32786" y="50987"/>
                    <a:pt x="29464" y="54349"/>
                    <a:pt x="25308" y="54495"/>
                  </a:cubicBezTo>
                  <a:cubicBezTo>
                    <a:pt x="21124" y="54495"/>
                    <a:pt x="17734" y="51105"/>
                    <a:pt x="17734" y="46921"/>
                  </a:cubicBezTo>
                  <a:close/>
                </a:path>
              </a:pathLst>
            </a:custGeom>
            <a:solidFill>
              <a:srgbClr val="2AB5E8"/>
            </a:solidFill>
            <a:ln>
              <a:noFill/>
            </a:ln>
          </p:spPr>
          <p:txBody>
            <a:bodyPr spcFirstLastPara="1" wrap="square" lIns="229950" tIns="114950" rIns="229950" bIns="11495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252525"/>
                </a:buClr>
                <a:buSzPts val="3643"/>
                <a:buFont typeface="Arial"/>
                <a:buNone/>
              </a:pPr>
              <a:endParaRPr sz="3643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17" name="Google Shape;417;p44"/>
          <p:cNvSpPr/>
          <p:nvPr/>
        </p:nvSpPr>
        <p:spPr>
          <a:xfrm>
            <a:off x="1460699" y="2794216"/>
            <a:ext cx="15317700" cy="1322400"/>
          </a:xfrm>
          <a:prstGeom prst="roundRect">
            <a:avLst>
              <a:gd name="adj" fmla="val 13625"/>
            </a:avLst>
          </a:prstGeom>
          <a:solidFill>
            <a:srgbClr val="11567F">
              <a:alpha val="20000"/>
            </a:srgbClr>
          </a:solidFill>
          <a:ln>
            <a:noFill/>
          </a:ln>
        </p:spPr>
        <p:txBody>
          <a:bodyPr spcFirstLastPara="1" wrap="square" lIns="87675" tIns="87675" rIns="87675" bIns="876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17" b="1">
              <a:solidFill>
                <a:srgbClr val="434343"/>
              </a:solidFill>
            </a:endParaRPr>
          </a:p>
        </p:txBody>
      </p:sp>
      <p:grpSp>
        <p:nvGrpSpPr>
          <p:cNvPr id="418" name="Google Shape;418;p44"/>
          <p:cNvGrpSpPr/>
          <p:nvPr/>
        </p:nvGrpSpPr>
        <p:grpSpPr>
          <a:xfrm>
            <a:off x="1655985" y="3310436"/>
            <a:ext cx="14927614" cy="636193"/>
            <a:chOff x="1465000" y="3247613"/>
            <a:chExt cx="15570683" cy="663600"/>
          </a:xfrm>
        </p:grpSpPr>
        <p:sp>
          <p:nvSpPr>
            <p:cNvPr id="419" name="Google Shape;419;p44"/>
            <p:cNvSpPr/>
            <p:nvPr/>
          </p:nvSpPr>
          <p:spPr>
            <a:xfrm>
              <a:off x="4343146" y="3247613"/>
              <a:ext cx="2670000" cy="663600"/>
            </a:xfrm>
            <a:prstGeom prst="roundRect">
              <a:avLst>
                <a:gd name="adj" fmla="val 16667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87675" tIns="87675" rIns="87675" bIns="876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34">
                  <a:solidFill>
                    <a:schemeClr val="lt1"/>
                  </a:solidFill>
                </a:rPr>
                <a:t>Orchestration</a:t>
              </a:r>
              <a:endParaRPr sz="1534" b="1">
                <a:solidFill>
                  <a:schemeClr val="lt1"/>
                </a:solidFill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34" b="1">
                  <a:solidFill>
                    <a:schemeClr val="lt1"/>
                  </a:solidFill>
                </a:rPr>
                <a:t>Cortex Agent </a:t>
              </a:r>
              <a:endParaRPr sz="1534" b="1" baseline="30000">
                <a:solidFill>
                  <a:schemeClr val="lt1"/>
                </a:solidFill>
              </a:endParaRPr>
            </a:p>
          </p:txBody>
        </p:sp>
        <p:sp>
          <p:nvSpPr>
            <p:cNvPr id="420" name="Google Shape;420;p44"/>
            <p:cNvSpPr/>
            <p:nvPr/>
          </p:nvSpPr>
          <p:spPr>
            <a:xfrm>
              <a:off x="1465000" y="3247613"/>
              <a:ext cx="2670000" cy="663600"/>
            </a:xfrm>
            <a:prstGeom prst="roundRect">
              <a:avLst>
                <a:gd name="adj" fmla="val 16667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87675" tIns="87675" rIns="87675" bIns="876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34">
                  <a:solidFill>
                    <a:schemeClr val="lt1"/>
                  </a:solidFill>
                </a:rPr>
                <a:t>Coding Agen</a:t>
              </a:r>
              <a:r>
                <a:rPr lang="en-US" sz="1534" b="1">
                  <a:solidFill>
                    <a:schemeClr val="lt1"/>
                  </a:solidFill>
                </a:rPr>
                <a:t>t</a:t>
              </a:r>
              <a:endParaRPr sz="1534" b="1">
                <a:solidFill>
                  <a:schemeClr val="lt1"/>
                </a:solidFill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34" b="1">
                  <a:solidFill>
                    <a:schemeClr val="lt1"/>
                  </a:solidFill>
                </a:rPr>
                <a:t>CoCo </a:t>
              </a:r>
              <a:endParaRPr sz="1534" b="1">
                <a:solidFill>
                  <a:schemeClr val="lt1"/>
                </a:solidFill>
              </a:endParaRPr>
            </a:p>
          </p:txBody>
        </p:sp>
        <p:sp>
          <p:nvSpPr>
            <p:cNvPr id="421" name="Google Shape;421;p44"/>
            <p:cNvSpPr/>
            <p:nvPr/>
          </p:nvSpPr>
          <p:spPr>
            <a:xfrm>
              <a:off x="7221292" y="3247613"/>
              <a:ext cx="2670000" cy="663600"/>
            </a:xfrm>
            <a:prstGeom prst="roundRect">
              <a:avLst>
                <a:gd name="adj" fmla="val 16667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87675" tIns="87675" rIns="87675" bIns="876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34">
                  <a:solidFill>
                    <a:schemeClr val="lt1"/>
                  </a:solidFill>
                </a:rPr>
                <a:t>Business Agent</a:t>
              </a:r>
              <a:br>
                <a:rPr lang="en-US" sz="1534" b="1">
                  <a:solidFill>
                    <a:schemeClr val="lt1"/>
                  </a:solidFill>
                </a:rPr>
              </a:br>
              <a:r>
                <a:rPr lang="en-US" sz="1534" b="1">
                  <a:solidFill>
                    <a:schemeClr val="lt1"/>
                  </a:solidFill>
                </a:rPr>
                <a:t>Snowflake CoWork </a:t>
              </a:r>
              <a:endParaRPr sz="1534">
                <a:solidFill>
                  <a:schemeClr val="lt1"/>
                </a:solidFill>
              </a:endParaRPr>
            </a:p>
          </p:txBody>
        </p:sp>
        <p:sp>
          <p:nvSpPr>
            <p:cNvPr id="422" name="Google Shape;422;p44"/>
            <p:cNvSpPr/>
            <p:nvPr/>
          </p:nvSpPr>
          <p:spPr>
            <a:xfrm>
              <a:off x="10099437" y="3247613"/>
              <a:ext cx="3227700" cy="663600"/>
            </a:xfrm>
            <a:prstGeom prst="roundRect">
              <a:avLst>
                <a:gd name="adj" fmla="val 16667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87675" tIns="87675" rIns="87675" bIns="876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109"/>
                <a:buFont typeface="Arial"/>
                <a:buNone/>
              </a:pPr>
              <a:r>
                <a:rPr lang="en-US" sz="1534">
                  <a:solidFill>
                    <a:schemeClr val="lt1"/>
                  </a:solidFill>
                </a:rPr>
                <a:t>Analytics &amp; Predictive Insights</a:t>
              </a:r>
              <a:endParaRPr sz="1534">
                <a:solidFill>
                  <a:schemeClr val="lt1"/>
                </a:solidFill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34" b="1">
                  <a:solidFill>
                    <a:schemeClr val="lt1"/>
                  </a:solidFill>
                </a:rPr>
                <a:t>AI Functions &amp;</a:t>
              </a:r>
              <a:r>
                <a:rPr lang="en-US" sz="1534">
                  <a:solidFill>
                    <a:schemeClr val="lt1"/>
                  </a:solidFill>
                </a:rPr>
                <a:t> </a:t>
              </a:r>
              <a:r>
                <a:rPr lang="en-US" sz="1534" b="1">
                  <a:solidFill>
                    <a:schemeClr val="lt1"/>
                  </a:solidFill>
                </a:rPr>
                <a:t>Snowflake ML</a:t>
              </a:r>
              <a:endParaRPr sz="1534">
                <a:solidFill>
                  <a:schemeClr val="lt1"/>
                </a:solidFill>
              </a:endParaRPr>
            </a:p>
          </p:txBody>
        </p:sp>
        <p:sp>
          <p:nvSpPr>
            <p:cNvPr id="423" name="Google Shape;423;p44"/>
            <p:cNvSpPr/>
            <p:nvPr/>
          </p:nvSpPr>
          <p:spPr>
            <a:xfrm>
              <a:off x="13535283" y="3247613"/>
              <a:ext cx="3500400" cy="663600"/>
            </a:xfrm>
            <a:prstGeom prst="roundRect">
              <a:avLst>
                <a:gd name="adj" fmla="val 16667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87675" tIns="87675" rIns="87675" bIns="876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34">
                  <a:solidFill>
                    <a:schemeClr val="lt1"/>
                  </a:solidFill>
                </a:rPr>
                <a:t>Connection</a:t>
              </a:r>
              <a:endParaRPr sz="1534" b="1">
                <a:solidFill>
                  <a:schemeClr val="lt1"/>
                </a:solidFill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34" b="1">
                  <a:solidFill>
                    <a:schemeClr val="lt1"/>
                  </a:solidFill>
                </a:rPr>
                <a:t>Snowflake Managed MCP Server</a:t>
              </a:r>
              <a:endParaRPr sz="1534" b="1">
                <a:solidFill>
                  <a:schemeClr val="lt1"/>
                </a:solidFill>
              </a:endParaRPr>
            </a:p>
          </p:txBody>
        </p:sp>
      </p:grpSp>
      <p:sp>
        <p:nvSpPr>
          <p:cNvPr id="424" name="Google Shape;424;p44"/>
          <p:cNvSpPr/>
          <p:nvPr/>
        </p:nvSpPr>
        <p:spPr>
          <a:xfrm>
            <a:off x="8198950" y="9298504"/>
            <a:ext cx="1821000" cy="307200"/>
          </a:xfrm>
          <a:prstGeom prst="roundRect">
            <a:avLst>
              <a:gd name="adj" fmla="val 18690"/>
            </a:avLst>
          </a:prstGeom>
          <a:solidFill>
            <a:schemeClr val="lt1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365700" rIns="0" bIns="36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</a:rPr>
              <a:t>Horizon Catalog </a:t>
            </a:r>
            <a:endParaRPr sz="1600" b="1">
              <a:solidFill>
                <a:schemeClr val="dk1"/>
              </a:solidFill>
            </a:endParaRPr>
          </a:p>
        </p:txBody>
      </p:sp>
      <p:sp>
        <p:nvSpPr>
          <p:cNvPr id="425" name="Google Shape;425;p44"/>
          <p:cNvSpPr/>
          <p:nvPr/>
        </p:nvSpPr>
        <p:spPr>
          <a:xfrm>
            <a:off x="7516917" y="5160717"/>
            <a:ext cx="3270000" cy="847500"/>
          </a:xfrm>
          <a:prstGeom prst="roundRect">
            <a:avLst>
              <a:gd name="adj" fmla="val 1528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87675" rIns="0" bIns="876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34">
                <a:solidFill>
                  <a:schemeClr val="lt1"/>
                </a:solidFill>
              </a:rPr>
              <a:t>Data Integrity and Encryption</a:t>
            </a:r>
            <a:endParaRPr sz="1534">
              <a:solidFill>
                <a:schemeClr val="lt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26" b="1">
                <a:solidFill>
                  <a:schemeClr val="lt1"/>
                </a:solidFill>
              </a:rPr>
              <a:t>Sensitive Data Protection </a:t>
            </a:r>
            <a:endParaRPr sz="1726" b="1" baseline="30000">
              <a:solidFill>
                <a:schemeClr val="lt1"/>
              </a:solidFill>
            </a:endParaRPr>
          </a:p>
        </p:txBody>
      </p:sp>
      <p:sp>
        <p:nvSpPr>
          <p:cNvPr id="426" name="Google Shape;426;p44"/>
          <p:cNvSpPr/>
          <p:nvPr/>
        </p:nvSpPr>
        <p:spPr>
          <a:xfrm>
            <a:off x="11993983" y="4976289"/>
            <a:ext cx="3635100" cy="3322800"/>
          </a:xfrm>
          <a:prstGeom prst="roundRect">
            <a:avLst>
              <a:gd name="adj" fmla="val 6368"/>
            </a:avLst>
          </a:prstGeom>
          <a:solidFill>
            <a:srgbClr val="28B5E8">
              <a:alpha val="25000"/>
            </a:srgbClr>
          </a:solidFill>
          <a:ln>
            <a:noFill/>
          </a:ln>
        </p:spPr>
        <p:txBody>
          <a:bodyPr spcFirstLastPara="1" wrap="square" lIns="87675" tIns="87675" rIns="87675" bIns="876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17" b="1">
              <a:solidFill>
                <a:srgbClr val="434343"/>
              </a:solidFill>
            </a:endParaRPr>
          </a:p>
        </p:txBody>
      </p:sp>
      <p:sp>
        <p:nvSpPr>
          <p:cNvPr id="427" name="Google Shape;427;p44"/>
          <p:cNvSpPr/>
          <p:nvPr/>
        </p:nvSpPr>
        <p:spPr>
          <a:xfrm>
            <a:off x="12177732" y="5160717"/>
            <a:ext cx="3270000" cy="847500"/>
          </a:xfrm>
          <a:prstGeom prst="roundRect">
            <a:avLst>
              <a:gd name="adj" fmla="val 1528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87675" rIns="0" bIns="876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34">
                <a:solidFill>
                  <a:schemeClr val="lt1"/>
                </a:solidFill>
              </a:rPr>
              <a:t>Authentication</a:t>
            </a:r>
            <a:endParaRPr sz="1726" b="1">
              <a:solidFill>
                <a:schemeClr val="lt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26" b="1">
                <a:solidFill>
                  <a:schemeClr val="lt1"/>
                </a:solidFill>
              </a:rPr>
              <a:t>SSO / Provisioning</a:t>
            </a:r>
            <a:endParaRPr sz="1726" b="1" baseline="30000">
              <a:solidFill>
                <a:schemeClr val="lt1"/>
              </a:solidFill>
            </a:endParaRPr>
          </a:p>
        </p:txBody>
      </p:sp>
      <p:sp>
        <p:nvSpPr>
          <p:cNvPr id="428" name="Google Shape;428;p44"/>
          <p:cNvSpPr/>
          <p:nvPr/>
        </p:nvSpPr>
        <p:spPr>
          <a:xfrm>
            <a:off x="12177732" y="6219801"/>
            <a:ext cx="3270000" cy="847500"/>
          </a:xfrm>
          <a:prstGeom prst="roundRect">
            <a:avLst>
              <a:gd name="adj" fmla="val 14871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87675" rIns="0" bIns="876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34">
                <a:solidFill>
                  <a:schemeClr val="lt1"/>
                </a:solidFill>
              </a:rPr>
              <a:t>Authorization</a:t>
            </a:r>
            <a:endParaRPr sz="1726" b="1">
              <a:solidFill>
                <a:schemeClr val="lt1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26" b="1">
                <a:solidFill>
                  <a:schemeClr val="lt1"/>
                </a:solidFill>
              </a:rPr>
              <a:t>RBAC / ABAC</a:t>
            </a:r>
            <a:endParaRPr sz="1534">
              <a:solidFill>
                <a:schemeClr val="lt1"/>
              </a:solidFill>
            </a:endParaRPr>
          </a:p>
        </p:txBody>
      </p:sp>
      <p:sp>
        <p:nvSpPr>
          <p:cNvPr id="429" name="Google Shape;429;p44"/>
          <p:cNvSpPr/>
          <p:nvPr/>
        </p:nvSpPr>
        <p:spPr>
          <a:xfrm>
            <a:off x="12177732" y="7261039"/>
            <a:ext cx="3270000" cy="847500"/>
          </a:xfrm>
          <a:prstGeom prst="roundRect">
            <a:avLst>
              <a:gd name="adj" fmla="val 14871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87675" rIns="0" bIns="876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34">
                <a:solidFill>
                  <a:schemeClr val="lt1"/>
                </a:solidFill>
              </a:rPr>
              <a:t>Secure Boundary</a:t>
            </a:r>
            <a:endParaRPr sz="1726" b="1">
              <a:solidFill>
                <a:schemeClr val="lt1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26" b="1">
                <a:solidFill>
                  <a:schemeClr val="lt1"/>
                </a:solidFill>
              </a:rPr>
              <a:t>Network Security </a:t>
            </a:r>
            <a:endParaRPr sz="1726" b="1">
              <a:solidFill>
                <a:schemeClr val="lt1"/>
              </a:solidFill>
            </a:endParaRPr>
          </a:p>
        </p:txBody>
      </p:sp>
      <p:sp>
        <p:nvSpPr>
          <p:cNvPr id="430" name="Google Shape;430;p44"/>
          <p:cNvSpPr/>
          <p:nvPr/>
        </p:nvSpPr>
        <p:spPr>
          <a:xfrm>
            <a:off x="2823065" y="5160717"/>
            <a:ext cx="3270000" cy="847500"/>
          </a:xfrm>
          <a:prstGeom prst="roundRect">
            <a:avLst>
              <a:gd name="adj" fmla="val 1528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87675" rIns="0" bIns="876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34">
                <a:solidFill>
                  <a:schemeClr val="lt1"/>
                </a:solidFill>
              </a:rPr>
              <a:t>Prompt Protection</a:t>
            </a:r>
            <a:endParaRPr sz="1534">
              <a:solidFill>
                <a:schemeClr val="lt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26" b="1">
                <a:solidFill>
                  <a:schemeClr val="lt1"/>
                </a:solidFill>
              </a:rPr>
              <a:t>Horizon AI Guardrails</a:t>
            </a:r>
            <a:endParaRPr sz="1726" b="1" baseline="30000">
              <a:solidFill>
                <a:schemeClr val="lt1"/>
              </a:solidFill>
            </a:endParaRPr>
          </a:p>
        </p:txBody>
      </p:sp>
      <p:sp>
        <p:nvSpPr>
          <p:cNvPr id="431" name="Google Shape;431;p44"/>
          <p:cNvSpPr/>
          <p:nvPr/>
        </p:nvSpPr>
        <p:spPr>
          <a:xfrm>
            <a:off x="2823065" y="6219801"/>
            <a:ext cx="3270000" cy="847500"/>
          </a:xfrm>
          <a:prstGeom prst="roundRect">
            <a:avLst>
              <a:gd name="adj" fmla="val 14871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87675" rIns="0" bIns="876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34">
                <a:solidFill>
                  <a:schemeClr val="lt1"/>
                </a:solidFill>
              </a:rPr>
              <a:t>            	Agent Identification</a:t>
            </a:r>
            <a:endParaRPr sz="1534">
              <a:solidFill>
                <a:schemeClr val="lt1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26" b="1">
                <a:solidFill>
                  <a:schemeClr val="lt1"/>
                </a:solidFill>
              </a:rPr>
              <a:t>Agent Identity  </a:t>
            </a:r>
            <a:endParaRPr sz="1534">
              <a:solidFill>
                <a:schemeClr val="lt1"/>
              </a:solidFill>
            </a:endParaRPr>
          </a:p>
        </p:txBody>
      </p:sp>
      <p:sp>
        <p:nvSpPr>
          <p:cNvPr id="432" name="Google Shape;432;p44"/>
          <p:cNvSpPr/>
          <p:nvPr/>
        </p:nvSpPr>
        <p:spPr>
          <a:xfrm>
            <a:off x="2823065" y="7261039"/>
            <a:ext cx="3270000" cy="847500"/>
          </a:xfrm>
          <a:prstGeom prst="roundRect">
            <a:avLst>
              <a:gd name="adj" fmla="val 14871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87675" rIns="0" bIns="876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34">
                <a:solidFill>
                  <a:schemeClr val="lt1"/>
                </a:solidFill>
              </a:rPr>
              <a:t>AI Posture</a:t>
            </a:r>
            <a:endParaRPr sz="1534">
              <a:solidFill>
                <a:schemeClr val="lt1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34" b="1">
                <a:solidFill>
                  <a:schemeClr val="lt1"/>
                </a:solidFill>
              </a:rPr>
              <a:t>AI Security Package</a:t>
            </a:r>
            <a:endParaRPr sz="1534" b="1">
              <a:solidFill>
                <a:schemeClr val="lt1"/>
              </a:solidFill>
            </a:endParaRPr>
          </a:p>
        </p:txBody>
      </p:sp>
      <p:sp>
        <p:nvSpPr>
          <p:cNvPr id="433" name="Google Shape;433;p44"/>
          <p:cNvSpPr/>
          <p:nvPr/>
        </p:nvSpPr>
        <p:spPr>
          <a:xfrm>
            <a:off x="1558195" y="8539585"/>
            <a:ext cx="15122700" cy="543000"/>
          </a:xfrm>
          <a:prstGeom prst="roundRect">
            <a:avLst>
              <a:gd name="adj" fmla="val 14871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0" tIns="87675" rIns="0" bIns="876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26" b="1">
                <a:solidFill>
                  <a:schemeClr val="lt1"/>
                </a:solidFill>
              </a:rPr>
              <a:t>Trust Center – Security Posture </a:t>
            </a:r>
            <a:endParaRPr sz="1726" b="1">
              <a:solidFill>
                <a:schemeClr val="lt1"/>
              </a:solidFill>
            </a:endParaRPr>
          </a:p>
        </p:txBody>
      </p:sp>
      <p:grpSp>
        <p:nvGrpSpPr>
          <p:cNvPr id="434" name="Google Shape;434;p44"/>
          <p:cNvGrpSpPr/>
          <p:nvPr/>
        </p:nvGrpSpPr>
        <p:grpSpPr>
          <a:xfrm>
            <a:off x="2533694" y="4394459"/>
            <a:ext cx="13171276" cy="342767"/>
            <a:chOff x="1116868" y="4287702"/>
            <a:chExt cx="6869700" cy="178776"/>
          </a:xfrm>
        </p:grpSpPr>
        <p:sp>
          <p:nvSpPr>
            <p:cNvPr id="435" name="Google Shape;435;p44"/>
            <p:cNvSpPr/>
            <p:nvPr/>
          </p:nvSpPr>
          <p:spPr>
            <a:xfrm>
              <a:off x="1116868" y="4287702"/>
              <a:ext cx="6869700" cy="177000"/>
            </a:xfrm>
            <a:prstGeom prst="roundRect">
              <a:avLst>
                <a:gd name="adj" fmla="val 21936"/>
              </a:avLst>
            </a:prstGeom>
            <a:solidFill>
              <a:srgbClr val="28B5E8">
                <a:alpha val="25000"/>
              </a:srgbClr>
            </a:solidFill>
            <a:ln>
              <a:noFill/>
            </a:ln>
          </p:spPr>
          <p:txBody>
            <a:bodyPr spcFirstLastPara="1" wrap="square" lIns="87675" tIns="87675" rIns="87675" bIns="8767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917" b="1">
                <a:solidFill>
                  <a:srgbClr val="434343"/>
                </a:solidFill>
              </a:endParaRPr>
            </a:p>
          </p:txBody>
        </p:sp>
        <p:sp>
          <p:nvSpPr>
            <p:cNvPr id="436" name="Google Shape;436;p44"/>
            <p:cNvSpPr/>
            <p:nvPr/>
          </p:nvSpPr>
          <p:spPr>
            <a:xfrm>
              <a:off x="1269198" y="4289478"/>
              <a:ext cx="1705500" cy="177000"/>
            </a:xfrm>
            <a:prstGeom prst="roundRect">
              <a:avLst>
                <a:gd name="adj" fmla="val 16667"/>
              </a:avLst>
            </a:prstGeom>
            <a:noFill/>
            <a:ln>
              <a:noFill/>
            </a:ln>
          </p:spPr>
          <p:txBody>
            <a:bodyPr spcFirstLastPara="1" wrap="square" lIns="70125" tIns="87625" rIns="70125" bIns="876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17" b="1">
                  <a:solidFill>
                    <a:schemeClr val="dk2"/>
                  </a:solidFill>
                </a:rPr>
                <a:t>Agent Security</a:t>
              </a:r>
              <a:endParaRPr sz="1917" b="1">
                <a:solidFill>
                  <a:schemeClr val="dk2"/>
                </a:solidFill>
              </a:endParaRPr>
            </a:p>
          </p:txBody>
        </p:sp>
        <p:sp>
          <p:nvSpPr>
            <p:cNvPr id="437" name="Google Shape;437;p44"/>
            <p:cNvSpPr/>
            <p:nvPr/>
          </p:nvSpPr>
          <p:spPr>
            <a:xfrm>
              <a:off x="3698973" y="4289478"/>
              <a:ext cx="1705500" cy="177000"/>
            </a:xfrm>
            <a:prstGeom prst="roundRect">
              <a:avLst>
                <a:gd name="adj" fmla="val 16667"/>
              </a:avLst>
            </a:prstGeom>
            <a:noFill/>
            <a:ln>
              <a:noFill/>
            </a:ln>
          </p:spPr>
          <p:txBody>
            <a:bodyPr spcFirstLastPara="1" wrap="square" lIns="70125" tIns="87625" rIns="70125" bIns="876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17" b="1">
                  <a:solidFill>
                    <a:schemeClr val="dk2"/>
                  </a:solidFill>
                </a:rPr>
                <a:t>Data Security</a:t>
              </a:r>
              <a:endParaRPr sz="1917" b="1">
                <a:solidFill>
                  <a:schemeClr val="dk2"/>
                </a:solidFill>
              </a:endParaRPr>
            </a:p>
          </p:txBody>
        </p:sp>
        <p:sp>
          <p:nvSpPr>
            <p:cNvPr id="438" name="Google Shape;438;p44"/>
            <p:cNvSpPr/>
            <p:nvPr/>
          </p:nvSpPr>
          <p:spPr>
            <a:xfrm>
              <a:off x="6240423" y="4289478"/>
              <a:ext cx="1482300" cy="177000"/>
            </a:xfrm>
            <a:prstGeom prst="roundRect">
              <a:avLst>
                <a:gd name="adj" fmla="val 16667"/>
              </a:avLst>
            </a:prstGeom>
            <a:noFill/>
            <a:ln>
              <a:noFill/>
            </a:ln>
          </p:spPr>
          <p:txBody>
            <a:bodyPr spcFirstLastPara="1" wrap="square" lIns="70125" tIns="87625" rIns="70125" bIns="876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17" b="1">
                  <a:solidFill>
                    <a:schemeClr val="dk2"/>
                  </a:solidFill>
                </a:rPr>
                <a:t>Platform Security</a:t>
              </a:r>
              <a:endParaRPr sz="1917" b="1">
                <a:solidFill>
                  <a:schemeClr val="dk2"/>
                </a:solidFill>
              </a:endParaRPr>
            </a:p>
          </p:txBody>
        </p:sp>
      </p:grpSp>
      <p:sp>
        <p:nvSpPr>
          <p:cNvPr id="439" name="Google Shape;439;p44"/>
          <p:cNvSpPr/>
          <p:nvPr/>
        </p:nvSpPr>
        <p:spPr>
          <a:xfrm>
            <a:off x="7334993" y="5990716"/>
            <a:ext cx="3635100" cy="2308500"/>
          </a:xfrm>
          <a:prstGeom prst="roundRect">
            <a:avLst>
              <a:gd name="adj" fmla="val 8532"/>
            </a:avLst>
          </a:prstGeom>
          <a:solidFill>
            <a:srgbClr val="7D44CF">
              <a:alpha val="21250"/>
            </a:srgbClr>
          </a:solidFill>
          <a:ln w="36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  <a:effectLst>
            <a:outerShdw blurRad="602668" dist="18263" dir="54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87675" tIns="87675" rIns="87675" bIns="876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17" b="1">
              <a:solidFill>
                <a:srgbClr val="434343"/>
              </a:solidFill>
            </a:endParaRPr>
          </a:p>
        </p:txBody>
      </p:sp>
      <p:sp>
        <p:nvSpPr>
          <p:cNvPr id="440" name="Google Shape;440;p44"/>
          <p:cNvSpPr/>
          <p:nvPr/>
        </p:nvSpPr>
        <p:spPr>
          <a:xfrm>
            <a:off x="7516917" y="7261039"/>
            <a:ext cx="3270000" cy="847500"/>
          </a:xfrm>
          <a:prstGeom prst="roundRect">
            <a:avLst>
              <a:gd name="adj" fmla="val 14871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87675" rIns="0" bIns="876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34">
                <a:solidFill>
                  <a:schemeClr val="lt1"/>
                </a:solidFill>
              </a:rPr>
              <a:t>Data-Leak Prevention</a:t>
            </a:r>
            <a:endParaRPr sz="1726" b="1">
              <a:solidFill>
                <a:schemeClr val="lt1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26" b="1">
                <a:solidFill>
                  <a:schemeClr val="lt1"/>
                </a:solidFill>
              </a:rPr>
              <a:t>Ransomware Protection</a:t>
            </a:r>
            <a:endParaRPr sz="1726" b="1" baseline="30000">
              <a:solidFill>
                <a:schemeClr val="lt1"/>
              </a:solidFill>
            </a:endParaRPr>
          </a:p>
        </p:txBody>
      </p:sp>
      <p:sp>
        <p:nvSpPr>
          <p:cNvPr id="441" name="Google Shape;441;p44"/>
          <p:cNvSpPr/>
          <p:nvPr/>
        </p:nvSpPr>
        <p:spPr>
          <a:xfrm>
            <a:off x="7516917" y="6219801"/>
            <a:ext cx="3270000" cy="847500"/>
          </a:xfrm>
          <a:prstGeom prst="roundRect">
            <a:avLst>
              <a:gd name="adj" fmla="val 14871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87675" rIns="0" bIns="876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34">
                <a:solidFill>
                  <a:schemeClr val="lt1"/>
                </a:solidFill>
              </a:rPr>
              <a:t>Data Egress</a:t>
            </a:r>
            <a:endParaRPr sz="1726" b="1">
              <a:solidFill>
                <a:schemeClr val="lt1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26" b="1">
                <a:solidFill>
                  <a:schemeClr val="lt1"/>
                </a:solidFill>
              </a:rPr>
              <a:t>Data Exfiltration Protectio</a:t>
            </a:r>
            <a:r>
              <a:rPr lang="en-US" sz="1534">
                <a:solidFill>
                  <a:schemeClr val="lt1"/>
                </a:solidFill>
              </a:rPr>
              <a:t>n  </a:t>
            </a:r>
            <a:endParaRPr sz="1534">
              <a:solidFill>
                <a:schemeClr val="lt1"/>
              </a:solidFill>
            </a:endParaRPr>
          </a:p>
        </p:txBody>
      </p:sp>
      <p:grpSp>
        <p:nvGrpSpPr>
          <p:cNvPr id="442" name="Google Shape;442;p44"/>
          <p:cNvGrpSpPr/>
          <p:nvPr/>
        </p:nvGrpSpPr>
        <p:grpSpPr>
          <a:xfrm>
            <a:off x="8120632" y="2883653"/>
            <a:ext cx="1998271" cy="377945"/>
            <a:chOff x="7437768" y="2754738"/>
            <a:chExt cx="2084355" cy="394227"/>
          </a:xfrm>
        </p:grpSpPr>
        <p:sp>
          <p:nvSpPr>
            <p:cNvPr id="443" name="Google Shape;443;p44"/>
            <p:cNvSpPr/>
            <p:nvPr/>
          </p:nvSpPr>
          <p:spPr>
            <a:xfrm>
              <a:off x="7954623" y="2774850"/>
              <a:ext cx="1567500" cy="354000"/>
            </a:xfrm>
            <a:prstGeom prst="roundRect">
              <a:avLst>
                <a:gd name="adj" fmla="val 16667"/>
              </a:avLst>
            </a:prstGeom>
            <a:noFill/>
            <a:ln>
              <a:noFill/>
            </a:ln>
          </p:spPr>
          <p:txBody>
            <a:bodyPr spcFirstLastPara="1" wrap="square" lIns="70125" tIns="87625" rIns="70125" bIns="876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17" b="1">
                  <a:solidFill>
                    <a:schemeClr val="dk2"/>
                  </a:solidFill>
                </a:rPr>
                <a:t>Cortex AI </a:t>
              </a:r>
              <a:endParaRPr sz="1917" b="1">
                <a:solidFill>
                  <a:schemeClr val="dk2"/>
                </a:solidFill>
              </a:endParaRPr>
            </a:p>
          </p:txBody>
        </p:sp>
        <p:sp>
          <p:nvSpPr>
            <p:cNvPr id="444" name="Google Shape;444;p44"/>
            <p:cNvSpPr/>
            <p:nvPr/>
          </p:nvSpPr>
          <p:spPr>
            <a:xfrm>
              <a:off x="7437768" y="2754738"/>
              <a:ext cx="612290" cy="394227"/>
            </a:xfrm>
            <a:custGeom>
              <a:avLst/>
              <a:gdLst/>
              <a:ahLst/>
              <a:cxnLst/>
              <a:rect l="l" t="t" r="r" b="b"/>
              <a:pathLst>
                <a:path w="544258" h="350424" extrusionOk="0">
                  <a:moveTo>
                    <a:pt x="515684" y="271463"/>
                  </a:moveTo>
                  <a:lnTo>
                    <a:pt x="515684" y="147352"/>
                  </a:lnTo>
                  <a:cubicBezTo>
                    <a:pt x="532162" y="142208"/>
                    <a:pt x="544259" y="127064"/>
                    <a:pt x="544259" y="108871"/>
                  </a:cubicBezTo>
                  <a:cubicBezTo>
                    <a:pt x="544259" y="90678"/>
                    <a:pt x="532162" y="75533"/>
                    <a:pt x="515684" y="70390"/>
                  </a:cubicBezTo>
                  <a:lnTo>
                    <a:pt x="515684" y="28575"/>
                  </a:lnTo>
                  <a:lnTo>
                    <a:pt x="280988" y="28575"/>
                  </a:lnTo>
                  <a:cubicBezTo>
                    <a:pt x="275844" y="12097"/>
                    <a:pt x="260699" y="0"/>
                    <a:pt x="242507" y="0"/>
                  </a:cubicBezTo>
                  <a:cubicBezTo>
                    <a:pt x="224314" y="0"/>
                    <a:pt x="209169" y="12097"/>
                    <a:pt x="204026" y="28575"/>
                  </a:cubicBezTo>
                  <a:lnTo>
                    <a:pt x="78962" y="28575"/>
                  </a:lnTo>
                  <a:cubicBezTo>
                    <a:pt x="73819" y="12097"/>
                    <a:pt x="58674" y="0"/>
                    <a:pt x="40481" y="0"/>
                  </a:cubicBezTo>
                  <a:cubicBezTo>
                    <a:pt x="18193" y="0"/>
                    <a:pt x="0" y="18193"/>
                    <a:pt x="0" y="40481"/>
                  </a:cubicBezTo>
                  <a:cubicBezTo>
                    <a:pt x="0" y="58198"/>
                    <a:pt x="11525" y="73152"/>
                    <a:pt x="27527" y="78581"/>
                  </a:cubicBezTo>
                  <a:lnTo>
                    <a:pt x="27527" y="270701"/>
                  </a:lnTo>
                  <a:cubicBezTo>
                    <a:pt x="11621" y="276130"/>
                    <a:pt x="0" y="291084"/>
                    <a:pt x="0" y="308801"/>
                  </a:cubicBezTo>
                  <a:cubicBezTo>
                    <a:pt x="0" y="331089"/>
                    <a:pt x="18193" y="349282"/>
                    <a:pt x="40481" y="349282"/>
                  </a:cubicBezTo>
                  <a:cubicBezTo>
                    <a:pt x="58198" y="349282"/>
                    <a:pt x="73152" y="337757"/>
                    <a:pt x="78581" y="321850"/>
                  </a:cubicBezTo>
                  <a:lnTo>
                    <a:pt x="465201" y="321850"/>
                  </a:lnTo>
                  <a:cubicBezTo>
                    <a:pt x="470345" y="338328"/>
                    <a:pt x="485489" y="350425"/>
                    <a:pt x="503682" y="350425"/>
                  </a:cubicBezTo>
                  <a:cubicBezTo>
                    <a:pt x="525971" y="350425"/>
                    <a:pt x="544163" y="332232"/>
                    <a:pt x="544163" y="309944"/>
                  </a:cubicBezTo>
                  <a:cubicBezTo>
                    <a:pt x="544163" y="291846"/>
                    <a:pt x="532067" y="276606"/>
                    <a:pt x="515588" y="271463"/>
                  </a:cubicBezTo>
                  <a:close/>
                  <a:moveTo>
                    <a:pt x="78010" y="293656"/>
                  </a:moveTo>
                  <a:cubicBezTo>
                    <a:pt x="139922" y="274796"/>
                    <a:pt x="226505" y="250508"/>
                    <a:pt x="275558" y="236887"/>
                  </a:cubicBezTo>
                  <a:cubicBezTo>
                    <a:pt x="282131" y="250317"/>
                    <a:pt x="295847" y="259652"/>
                    <a:pt x="311753" y="259652"/>
                  </a:cubicBezTo>
                  <a:cubicBezTo>
                    <a:pt x="326136" y="259652"/>
                    <a:pt x="338614" y="252127"/>
                    <a:pt x="345853" y="240792"/>
                  </a:cubicBezTo>
                  <a:lnTo>
                    <a:pt x="468821" y="289846"/>
                  </a:lnTo>
                  <a:cubicBezTo>
                    <a:pt x="467392" y="292418"/>
                    <a:pt x="466249" y="295085"/>
                    <a:pt x="465296" y="297942"/>
                  </a:cubicBezTo>
                  <a:lnTo>
                    <a:pt x="79343" y="297942"/>
                  </a:lnTo>
                  <a:cubicBezTo>
                    <a:pt x="78962" y="296513"/>
                    <a:pt x="78581" y="294989"/>
                    <a:pt x="78010" y="293561"/>
                  </a:cubicBezTo>
                  <a:close/>
                  <a:moveTo>
                    <a:pt x="63532" y="73724"/>
                  </a:moveTo>
                  <a:lnTo>
                    <a:pt x="124492" y="148114"/>
                  </a:lnTo>
                  <a:cubicBezTo>
                    <a:pt x="118491" y="155162"/>
                    <a:pt x="114681" y="164211"/>
                    <a:pt x="114681" y="174212"/>
                  </a:cubicBezTo>
                  <a:cubicBezTo>
                    <a:pt x="114681" y="184214"/>
                    <a:pt x="118301" y="192786"/>
                    <a:pt x="124016" y="199739"/>
                  </a:cubicBezTo>
                  <a:lnTo>
                    <a:pt x="60770" y="273939"/>
                  </a:lnTo>
                  <a:cubicBezTo>
                    <a:pt x="57817" y="272225"/>
                    <a:pt x="54769" y="270891"/>
                    <a:pt x="51435" y="270034"/>
                  </a:cubicBezTo>
                  <a:lnTo>
                    <a:pt x="51435" y="79248"/>
                  </a:lnTo>
                  <a:cubicBezTo>
                    <a:pt x="55816" y="78010"/>
                    <a:pt x="59912" y="76200"/>
                    <a:pt x="63532" y="73724"/>
                  </a:cubicBezTo>
                  <a:close/>
                  <a:moveTo>
                    <a:pt x="214789" y="69818"/>
                  </a:moveTo>
                  <a:lnTo>
                    <a:pt x="170879" y="137065"/>
                  </a:lnTo>
                  <a:cubicBezTo>
                    <a:pt x="166021" y="134969"/>
                    <a:pt x="160687" y="133826"/>
                    <a:pt x="155067" y="133826"/>
                  </a:cubicBezTo>
                  <a:cubicBezTo>
                    <a:pt x="147923" y="133826"/>
                    <a:pt x="141351" y="135827"/>
                    <a:pt x="135446" y="139065"/>
                  </a:cubicBezTo>
                  <a:lnTo>
                    <a:pt x="73628" y="63532"/>
                  </a:lnTo>
                  <a:cubicBezTo>
                    <a:pt x="76010" y="60198"/>
                    <a:pt x="77724" y="56388"/>
                    <a:pt x="78962" y="52292"/>
                  </a:cubicBezTo>
                  <a:lnTo>
                    <a:pt x="204026" y="52292"/>
                  </a:lnTo>
                  <a:cubicBezTo>
                    <a:pt x="206121" y="59055"/>
                    <a:pt x="209836" y="64960"/>
                    <a:pt x="214789" y="69723"/>
                  </a:cubicBezTo>
                  <a:close/>
                  <a:moveTo>
                    <a:pt x="242507" y="80963"/>
                  </a:moveTo>
                  <a:cubicBezTo>
                    <a:pt x="254318" y="80963"/>
                    <a:pt x="264890" y="75724"/>
                    <a:pt x="272320" y="67628"/>
                  </a:cubicBezTo>
                  <a:lnTo>
                    <a:pt x="314325" y="93917"/>
                  </a:lnTo>
                  <a:cubicBezTo>
                    <a:pt x="312420" y="98584"/>
                    <a:pt x="311372" y="103632"/>
                    <a:pt x="311372" y="108966"/>
                  </a:cubicBezTo>
                  <a:cubicBezTo>
                    <a:pt x="311372" y="122111"/>
                    <a:pt x="317754" y="133731"/>
                    <a:pt x="327565" y="141065"/>
                  </a:cubicBezTo>
                  <a:lnTo>
                    <a:pt x="313849" y="179070"/>
                  </a:lnTo>
                  <a:cubicBezTo>
                    <a:pt x="313182" y="179070"/>
                    <a:pt x="312515" y="178880"/>
                    <a:pt x="311849" y="178880"/>
                  </a:cubicBezTo>
                  <a:cubicBezTo>
                    <a:pt x="295847" y="178880"/>
                    <a:pt x="282131" y="188309"/>
                    <a:pt x="275558" y="201739"/>
                  </a:cubicBezTo>
                  <a:lnTo>
                    <a:pt x="195167" y="178499"/>
                  </a:lnTo>
                  <a:cubicBezTo>
                    <a:pt x="195358" y="177070"/>
                    <a:pt x="195548" y="175736"/>
                    <a:pt x="195548" y="174308"/>
                  </a:cubicBezTo>
                  <a:cubicBezTo>
                    <a:pt x="195548" y="162782"/>
                    <a:pt x="190595" y="152400"/>
                    <a:pt x="182785" y="144971"/>
                  </a:cubicBezTo>
                  <a:lnTo>
                    <a:pt x="226695" y="77724"/>
                  </a:lnTo>
                  <a:cubicBezTo>
                    <a:pt x="231553" y="79820"/>
                    <a:pt x="236887" y="80963"/>
                    <a:pt x="242507" y="80963"/>
                  </a:cubicBezTo>
                  <a:close/>
                  <a:moveTo>
                    <a:pt x="464058" y="116015"/>
                  </a:moveTo>
                  <a:cubicBezTo>
                    <a:pt x="464439" y="118301"/>
                    <a:pt x="465106" y="120396"/>
                    <a:pt x="465868" y="122492"/>
                  </a:cubicBezTo>
                  <a:lnTo>
                    <a:pt x="342805" y="193453"/>
                  </a:lnTo>
                  <a:cubicBezTo>
                    <a:pt x="340900" y="191072"/>
                    <a:pt x="338709" y="188976"/>
                    <a:pt x="336233" y="187166"/>
                  </a:cubicBezTo>
                  <a:lnTo>
                    <a:pt x="350044" y="149162"/>
                  </a:lnTo>
                  <a:cubicBezTo>
                    <a:pt x="350711" y="149162"/>
                    <a:pt x="351282" y="149352"/>
                    <a:pt x="351949" y="149352"/>
                  </a:cubicBezTo>
                  <a:cubicBezTo>
                    <a:pt x="371761" y="149352"/>
                    <a:pt x="388239" y="134969"/>
                    <a:pt x="391668" y="116015"/>
                  </a:cubicBezTo>
                  <a:lnTo>
                    <a:pt x="464058" y="116015"/>
                  </a:lnTo>
                  <a:close/>
                  <a:moveTo>
                    <a:pt x="478631" y="278511"/>
                  </a:moveTo>
                  <a:lnTo>
                    <a:pt x="351377" y="227743"/>
                  </a:lnTo>
                  <a:cubicBezTo>
                    <a:pt x="351949" y="224981"/>
                    <a:pt x="352330" y="222218"/>
                    <a:pt x="352330" y="219265"/>
                  </a:cubicBezTo>
                  <a:cubicBezTo>
                    <a:pt x="352330" y="214503"/>
                    <a:pt x="351377" y="210026"/>
                    <a:pt x="349853" y="205740"/>
                  </a:cubicBezTo>
                  <a:lnTo>
                    <a:pt x="473107" y="134874"/>
                  </a:lnTo>
                  <a:cubicBezTo>
                    <a:pt x="478060" y="140684"/>
                    <a:pt x="484537" y="145066"/>
                    <a:pt x="491966" y="147352"/>
                  </a:cubicBezTo>
                  <a:lnTo>
                    <a:pt x="491966" y="271463"/>
                  </a:lnTo>
                  <a:cubicBezTo>
                    <a:pt x="487109" y="272987"/>
                    <a:pt x="482632" y="275368"/>
                    <a:pt x="478727" y="278511"/>
                  </a:cubicBezTo>
                  <a:close/>
                  <a:moveTo>
                    <a:pt x="134779" y="209074"/>
                  </a:moveTo>
                  <a:cubicBezTo>
                    <a:pt x="140780" y="212598"/>
                    <a:pt x="147638" y="214789"/>
                    <a:pt x="155067" y="214789"/>
                  </a:cubicBezTo>
                  <a:cubicBezTo>
                    <a:pt x="170974" y="214789"/>
                    <a:pt x="184594" y="205550"/>
                    <a:pt x="191167" y="192214"/>
                  </a:cubicBezTo>
                  <a:lnTo>
                    <a:pt x="271653" y="215456"/>
                  </a:lnTo>
                  <a:cubicBezTo>
                    <a:pt x="271558" y="216694"/>
                    <a:pt x="271272" y="217932"/>
                    <a:pt x="271272" y="219265"/>
                  </a:cubicBezTo>
                  <a:cubicBezTo>
                    <a:pt x="271272" y="220599"/>
                    <a:pt x="271558" y="221933"/>
                    <a:pt x="271653" y="223266"/>
                  </a:cubicBezTo>
                  <a:cubicBezTo>
                    <a:pt x="222599" y="236887"/>
                    <a:pt x="136493" y="260985"/>
                    <a:pt x="74486" y="279845"/>
                  </a:cubicBezTo>
                  <a:lnTo>
                    <a:pt x="134779" y="209074"/>
                  </a:lnTo>
                  <a:close/>
                  <a:moveTo>
                    <a:pt x="503777" y="125540"/>
                  </a:moveTo>
                  <a:cubicBezTo>
                    <a:pt x="494633" y="125540"/>
                    <a:pt x="487109" y="118110"/>
                    <a:pt x="487109" y="108871"/>
                  </a:cubicBezTo>
                  <a:cubicBezTo>
                    <a:pt x="487109" y="99632"/>
                    <a:pt x="494538" y="92202"/>
                    <a:pt x="503777" y="92202"/>
                  </a:cubicBezTo>
                  <a:cubicBezTo>
                    <a:pt x="513017" y="92202"/>
                    <a:pt x="520446" y="99632"/>
                    <a:pt x="520446" y="108871"/>
                  </a:cubicBezTo>
                  <a:cubicBezTo>
                    <a:pt x="520446" y="118110"/>
                    <a:pt x="513017" y="125540"/>
                    <a:pt x="503777" y="125540"/>
                  </a:cubicBezTo>
                  <a:close/>
                  <a:moveTo>
                    <a:pt x="491871" y="70390"/>
                  </a:moveTo>
                  <a:cubicBezTo>
                    <a:pt x="477584" y="74867"/>
                    <a:pt x="466725" y="86773"/>
                    <a:pt x="464058" y="101727"/>
                  </a:cubicBezTo>
                  <a:lnTo>
                    <a:pt x="391668" y="101727"/>
                  </a:lnTo>
                  <a:cubicBezTo>
                    <a:pt x="388239" y="82868"/>
                    <a:pt x="371761" y="68390"/>
                    <a:pt x="351949" y="68390"/>
                  </a:cubicBezTo>
                  <a:cubicBezTo>
                    <a:pt x="340138" y="68390"/>
                    <a:pt x="329470" y="73628"/>
                    <a:pt x="322136" y="81725"/>
                  </a:cubicBezTo>
                  <a:lnTo>
                    <a:pt x="280130" y="55435"/>
                  </a:lnTo>
                  <a:cubicBezTo>
                    <a:pt x="280511" y="54388"/>
                    <a:pt x="280797" y="53340"/>
                    <a:pt x="281083" y="52292"/>
                  </a:cubicBezTo>
                  <a:lnTo>
                    <a:pt x="491966" y="52292"/>
                  </a:lnTo>
                  <a:lnTo>
                    <a:pt x="491966" y="70295"/>
                  </a:lnTo>
                  <a:close/>
                  <a:moveTo>
                    <a:pt x="242507" y="23908"/>
                  </a:moveTo>
                  <a:cubicBezTo>
                    <a:pt x="251651" y="23908"/>
                    <a:pt x="259175" y="31337"/>
                    <a:pt x="259175" y="40577"/>
                  </a:cubicBezTo>
                  <a:cubicBezTo>
                    <a:pt x="259175" y="49816"/>
                    <a:pt x="251746" y="57245"/>
                    <a:pt x="242507" y="57245"/>
                  </a:cubicBezTo>
                  <a:cubicBezTo>
                    <a:pt x="233267" y="57245"/>
                    <a:pt x="225838" y="49816"/>
                    <a:pt x="225838" y="40577"/>
                  </a:cubicBezTo>
                  <a:cubicBezTo>
                    <a:pt x="225838" y="31337"/>
                    <a:pt x="233267" y="23908"/>
                    <a:pt x="242507" y="23908"/>
                  </a:cubicBezTo>
                  <a:close/>
                  <a:moveTo>
                    <a:pt x="40577" y="23908"/>
                  </a:moveTo>
                  <a:cubicBezTo>
                    <a:pt x="49721" y="23908"/>
                    <a:pt x="57245" y="31337"/>
                    <a:pt x="57245" y="40577"/>
                  </a:cubicBezTo>
                  <a:cubicBezTo>
                    <a:pt x="57245" y="49816"/>
                    <a:pt x="49816" y="57245"/>
                    <a:pt x="40577" y="57245"/>
                  </a:cubicBezTo>
                  <a:cubicBezTo>
                    <a:pt x="31337" y="57245"/>
                    <a:pt x="23908" y="49816"/>
                    <a:pt x="23908" y="40577"/>
                  </a:cubicBezTo>
                  <a:cubicBezTo>
                    <a:pt x="23908" y="31337"/>
                    <a:pt x="31337" y="23908"/>
                    <a:pt x="40577" y="23908"/>
                  </a:cubicBezTo>
                  <a:close/>
                  <a:moveTo>
                    <a:pt x="40577" y="325469"/>
                  </a:moveTo>
                  <a:cubicBezTo>
                    <a:pt x="31433" y="325469"/>
                    <a:pt x="23908" y="318040"/>
                    <a:pt x="23908" y="308801"/>
                  </a:cubicBezTo>
                  <a:cubicBezTo>
                    <a:pt x="23908" y="299561"/>
                    <a:pt x="31337" y="292132"/>
                    <a:pt x="40577" y="292132"/>
                  </a:cubicBezTo>
                  <a:cubicBezTo>
                    <a:pt x="49816" y="292132"/>
                    <a:pt x="57245" y="299561"/>
                    <a:pt x="57245" y="308801"/>
                  </a:cubicBezTo>
                  <a:cubicBezTo>
                    <a:pt x="57245" y="318040"/>
                    <a:pt x="49816" y="325469"/>
                    <a:pt x="40577" y="325469"/>
                  </a:cubicBezTo>
                  <a:close/>
                </a:path>
              </a:pathLst>
            </a:custGeom>
            <a:solidFill>
              <a:srgbClr val="29B5E8"/>
            </a:solidFill>
            <a:ln>
              <a:noFill/>
            </a:ln>
          </p:spPr>
          <p:txBody>
            <a:bodyPr spcFirstLastPara="1" wrap="square" lIns="131500" tIns="65725" rIns="131500" bIns="6572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684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47"/>
          <p:cNvSpPr txBox="1">
            <a:spLocks noGrp="1"/>
          </p:cNvSpPr>
          <p:nvPr>
            <p:ph type="title"/>
          </p:nvPr>
        </p:nvSpPr>
        <p:spPr>
          <a:xfrm>
            <a:off x="731520" y="548640"/>
            <a:ext cx="16642200" cy="731400"/>
          </a:xfrm>
          <a:prstGeom prst="rect">
            <a:avLst/>
          </a:prstGeom>
        </p:spPr>
        <p:txBody>
          <a:bodyPr spcFirstLastPara="1" wrap="square" lIns="182900" tIns="182900" rIns="182900" bIns="182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Trust Center</a:t>
            </a:r>
            <a:endParaRPr/>
          </a:p>
        </p:txBody>
      </p:sp>
      <p:grpSp>
        <p:nvGrpSpPr>
          <p:cNvPr id="480" name="Google Shape;480;p47"/>
          <p:cNvGrpSpPr/>
          <p:nvPr/>
        </p:nvGrpSpPr>
        <p:grpSpPr>
          <a:xfrm>
            <a:off x="7607300" y="-11275"/>
            <a:ext cx="10687700" cy="10298275"/>
            <a:chOff x="7607300" y="-11275"/>
            <a:chExt cx="10687700" cy="10298275"/>
          </a:xfrm>
        </p:grpSpPr>
        <p:sp>
          <p:nvSpPr>
            <p:cNvPr id="481" name="Google Shape;481;p47"/>
            <p:cNvSpPr/>
            <p:nvPr/>
          </p:nvSpPr>
          <p:spPr>
            <a:xfrm>
              <a:off x="7607300" y="-11275"/>
              <a:ext cx="10687700" cy="10298275"/>
            </a:xfrm>
            <a:custGeom>
              <a:avLst/>
              <a:gdLst/>
              <a:ahLst/>
              <a:cxnLst/>
              <a:rect l="l" t="t" r="r" b="b"/>
              <a:pathLst>
                <a:path w="427508" h="411931" extrusionOk="0">
                  <a:moveTo>
                    <a:pt x="0" y="411931"/>
                  </a:moveTo>
                  <a:lnTo>
                    <a:pt x="369155" y="0"/>
                  </a:lnTo>
                  <a:lnTo>
                    <a:pt x="427508" y="0"/>
                  </a:lnTo>
                  <a:lnTo>
                    <a:pt x="427447" y="411039"/>
                  </a:lnTo>
                  <a:close/>
                </a:path>
              </a:pathLst>
            </a:custGeom>
            <a:solidFill>
              <a:srgbClr val="EAF8F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482" name="Google Shape;482;p47"/>
            <p:cNvGrpSpPr/>
            <p:nvPr/>
          </p:nvGrpSpPr>
          <p:grpSpPr>
            <a:xfrm>
              <a:off x="8377940" y="8459957"/>
              <a:ext cx="9910045" cy="1825275"/>
              <a:chOff x="8377940" y="8459957"/>
              <a:chExt cx="9910045" cy="1825275"/>
            </a:xfrm>
          </p:grpSpPr>
          <p:sp>
            <p:nvSpPr>
              <p:cNvPr id="483" name="Google Shape;483;p47"/>
              <p:cNvSpPr/>
              <p:nvPr/>
            </p:nvSpPr>
            <p:spPr>
              <a:xfrm>
                <a:off x="8377940" y="9452942"/>
                <a:ext cx="1532100" cy="823200"/>
              </a:xfrm>
              <a:prstGeom prst="triangle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50" tIns="91450" rIns="91450" bIns="914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grpSp>
            <p:nvGrpSpPr>
              <p:cNvPr id="484" name="Google Shape;484;p47"/>
              <p:cNvGrpSpPr/>
              <p:nvPr/>
            </p:nvGrpSpPr>
            <p:grpSpPr>
              <a:xfrm>
                <a:off x="14895615" y="8459957"/>
                <a:ext cx="3392370" cy="1825275"/>
                <a:chOff x="14895615" y="8459957"/>
                <a:chExt cx="3392370" cy="1825275"/>
              </a:xfrm>
            </p:grpSpPr>
            <p:sp>
              <p:nvSpPr>
                <p:cNvPr id="485" name="Google Shape;485;p47"/>
                <p:cNvSpPr/>
                <p:nvPr/>
              </p:nvSpPr>
              <p:spPr>
                <a:xfrm>
                  <a:off x="14895615" y="9444312"/>
                  <a:ext cx="1532100" cy="823200"/>
                </a:xfrm>
                <a:prstGeom prst="triangle">
                  <a:avLst>
                    <a:gd name="adj" fmla="val 50000"/>
                  </a:avLst>
                </a:pr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50" tIns="91450" rIns="91450" bIns="91450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/>
                </a:p>
              </p:txBody>
            </p:sp>
            <p:sp>
              <p:nvSpPr>
                <p:cNvPr id="486" name="Google Shape;486;p47"/>
                <p:cNvSpPr/>
                <p:nvPr/>
              </p:nvSpPr>
              <p:spPr>
                <a:xfrm>
                  <a:off x="15599660" y="8459957"/>
                  <a:ext cx="2688325" cy="1825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533" h="73011" extrusionOk="0">
                      <a:moveTo>
                        <a:pt x="0" y="72615"/>
                      </a:moveTo>
                      <a:lnTo>
                        <a:pt x="64678" y="0"/>
                      </a:lnTo>
                      <a:lnTo>
                        <a:pt x="107533" y="45632"/>
                      </a:lnTo>
                      <a:lnTo>
                        <a:pt x="107533" y="7301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</p:grpSp>
      <p:pic>
        <p:nvPicPr>
          <p:cNvPr id="487" name="Google Shape;487;p47" title="Loom Message - 20 April 2026 (2)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41615" y="2738650"/>
            <a:ext cx="9632100" cy="5127300"/>
          </a:xfrm>
          <a:prstGeom prst="roundRect">
            <a:avLst>
              <a:gd name="adj" fmla="val 2355"/>
            </a:avLst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</p:pic>
      <p:graphicFrame>
        <p:nvGraphicFramePr>
          <p:cNvPr id="488" name="Google Shape;488;p47"/>
          <p:cNvGraphicFramePr/>
          <p:nvPr/>
        </p:nvGraphicFramePr>
        <p:xfrm>
          <a:off x="935182" y="2738642"/>
          <a:ext cx="7041825" cy="5127225"/>
        </p:xfrm>
        <a:graphic>
          <a:graphicData uri="http://schemas.openxmlformats.org/drawingml/2006/table">
            <a:tbl>
              <a:tblPr>
                <a:noFill/>
                <a:tableStyleId>{7C9BA2E7-DC5C-43F0-99E9-B03DE4E068D4}</a:tableStyleId>
              </a:tblPr>
              <a:tblGrid>
                <a:gridCol w="7041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2387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2200">
                          <a:solidFill>
                            <a:srgbClr val="262626"/>
                          </a:solidFill>
                        </a:rPr>
                        <a:t>Discover &amp; remediate security, identity, </a:t>
                      </a:r>
                      <a:br>
                        <a:rPr lang="en-US" sz="2200">
                          <a:solidFill>
                            <a:srgbClr val="262626"/>
                          </a:solidFill>
                        </a:rPr>
                      </a:br>
                      <a:r>
                        <a:rPr lang="en-US" sz="2200">
                          <a:solidFill>
                            <a:srgbClr val="262626"/>
                          </a:solidFill>
                        </a:rPr>
                        <a:t>data governance, and compliance risks </a:t>
                      </a:r>
                      <a:endParaRPr sz="2200">
                        <a:solidFill>
                          <a:srgbClr val="262626"/>
                        </a:solidFill>
                      </a:endParaRPr>
                    </a:p>
                  </a:txBody>
                  <a:tcPr marL="0" marR="0" marT="548625" marB="27430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58425">
                <a:tc>
                  <a:txBody>
                    <a:bodyPr/>
                    <a:lstStyle/>
                    <a:p>
                      <a:pPr marL="457200" lvl="0" indent="-3683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200"/>
                        <a:buChar char="●"/>
                      </a:pPr>
                      <a:r>
                        <a:rPr lang="en-US" sz="2200">
                          <a:solidFill>
                            <a:srgbClr val="262626"/>
                          </a:solidFill>
                        </a:rPr>
                        <a:t>Streamline cross-cloud security monitoring </a:t>
                      </a:r>
                      <a:br>
                        <a:rPr lang="en-US" sz="2200">
                          <a:solidFill>
                            <a:srgbClr val="262626"/>
                          </a:solidFill>
                        </a:rPr>
                      </a:br>
                      <a:r>
                        <a:rPr lang="en-US" sz="2200">
                          <a:solidFill>
                            <a:srgbClr val="262626"/>
                          </a:solidFill>
                        </a:rPr>
                        <a:t>in one centralized place </a:t>
                      </a:r>
                      <a:endParaRPr sz="2200">
                        <a:solidFill>
                          <a:srgbClr val="262626"/>
                        </a:solidFill>
                      </a:endParaRPr>
                    </a:p>
                    <a:p>
                      <a:pPr marL="457200" lvl="0" indent="-368300" algn="l" rtl="0"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200"/>
                        <a:buChar char="●"/>
                      </a:pPr>
                      <a:r>
                        <a:rPr lang="en-US" sz="2200">
                          <a:solidFill>
                            <a:srgbClr val="262626"/>
                          </a:solidFill>
                        </a:rPr>
                        <a:t>Lower TCO and reduce account risks</a:t>
                      </a:r>
                      <a:endParaRPr sz="2200">
                        <a:solidFill>
                          <a:srgbClr val="262626"/>
                        </a:solidFill>
                      </a:endParaRPr>
                    </a:p>
                  </a:txBody>
                  <a:tcPr marL="0" marR="0" marT="548625" marB="27430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525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2200">
                          <a:solidFill>
                            <a:srgbClr val="262626"/>
                          </a:solidFill>
                        </a:rPr>
                        <a:t>Scan accounts to detect security violations </a:t>
                      </a:r>
                      <a:br>
                        <a:rPr lang="en-US" sz="2200">
                          <a:solidFill>
                            <a:srgbClr val="262626"/>
                          </a:solidFill>
                        </a:rPr>
                      </a:br>
                      <a:r>
                        <a:rPr lang="en-US" sz="2200">
                          <a:solidFill>
                            <a:srgbClr val="262626"/>
                          </a:solidFill>
                        </a:rPr>
                        <a:t>based on Snowflake CIS Benchmark</a:t>
                      </a:r>
                      <a:endParaRPr sz="2200">
                        <a:solidFill>
                          <a:srgbClr val="262626"/>
                        </a:solidFill>
                      </a:endParaRPr>
                    </a:p>
                  </a:txBody>
                  <a:tcPr marL="0" marR="0" marT="548625" marB="27430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89" name="Google Shape;489;p47"/>
          <p:cNvSpPr/>
          <p:nvPr/>
        </p:nvSpPr>
        <p:spPr>
          <a:xfrm>
            <a:off x="897082" y="2738642"/>
            <a:ext cx="1435800" cy="373200"/>
          </a:xfrm>
          <a:prstGeom prst="roundRect">
            <a:avLst>
              <a:gd name="adj" fmla="val 16667"/>
            </a:avLst>
          </a:prstGeom>
          <a:solidFill>
            <a:srgbClr val="28B5E8"/>
          </a:solidFill>
          <a:ln>
            <a:noFill/>
          </a:ln>
        </p:spPr>
        <p:txBody>
          <a:bodyPr spcFirstLastPara="1" wrap="square" lIns="91450" tIns="91450" rIns="0" bIns="914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1800" b="1">
                <a:solidFill>
                  <a:srgbClr val="FFFFFF"/>
                </a:solidFill>
              </a:rPr>
              <a:t>WHAT IS IT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490" name="Google Shape;490;p47"/>
          <p:cNvSpPr/>
          <p:nvPr/>
        </p:nvSpPr>
        <p:spPr>
          <a:xfrm>
            <a:off x="897082" y="4232136"/>
            <a:ext cx="1559700" cy="373200"/>
          </a:xfrm>
          <a:prstGeom prst="roundRect">
            <a:avLst>
              <a:gd name="adj" fmla="val 16667"/>
            </a:avLst>
          </a:prstGeom>
          <a:solidFill>
            <a:srgbClr val="28B5E8"/>
          </a:solidFill>
          <a:ln>
            <a:noFill/>
          </a:ln>
        </p:spPr>
        <p:txBody>
          <a:bodyPr spcFirstLastPara="1" wrap="square" lIns="91450" tIns="91450" rIns="0" bIns="914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FFFFF"/>
                </a:solidFill>
              </a:rPr>
              <a:t>WHY USE IT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491" name="Google Shape;491;p47"/>
          <p:cNvSpPr/>
          <p:nvPr/>
        </p:nvSpPr>
        <p:spPr>
          <a:xfrm>
            <a:off x="897082" y="6213267"/>
            <a:ext cx="1965000" cy="373200"/>
          </a:xfrm>
          <a:prstGeom prst="roundRect">
            <a:avLst>
              <a:gd name="adj" fmla="val 16667"/>
            </a:avLst>
          </a:prstGeom>
          <a:solidFill>
            <a:srgbClr val="28B5E8"/>
          </a:solidFill>
          <a:ln>
            <a:noFill/>
          </a:ln>
        </p:spPr>
        <p:txBody>
          <a:bodyPr spcFirstLastPara="1" wrap="square" lIns="91450" tIns="91450" rIns="0" bIns="914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FFFFF"/>
                </a:solidFill>
              </a:rPr>
              <a:t>HOW TO USE IT</a:t>
            </a:r>
            <a:endParaRPr sz="1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1">
          <a:extLst>
            <a:ext uri="{FF2B5EF4-FFF2-40B4-BE49-F238E27FC236}">
              <a16:creationId xmlns:a16="http://schemas.microsoft.com/office/drawing/2014/main" id="{EA817256-C67E-F762-85D7-FED2998A8A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" name="Google Shape;952;p67">
            <a:extLst>
              <a:ext uri="{FF2B5EF4-FFF2-40B4-BE49-F238E27FC236}">
                <a16:creationId xmlns:a16="http://schemas.microsoft.com/office/drawing/2014/main" id="{82AADB80-65DA-7804-8AB6-C1BBB30BC961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705200" y="2313250"/>
            <a:ext cx="11167800" cy="2980800"/>
          </a:xfrm>
          <a:prstGeom prst="rect">
            <a:avLst/>
          </a:prstGeom>
        </p:spPr>
        <p:txBody>
          <a:bodyPr spcFirstLastPara="1" wrap="square" lIns="182900" tIns="45700" rIns="9145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DEMO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123438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" name="Google Shape;952;p67"/>
          <p:cNvSpPr txBox="1">
            <a:spLocks noGrp="1"/>
          </p:cNvSpPr>
          <p:nvPr>
            <p:ph type="ctrTitle"/>
          </p:nvPr>
        </p:nvSpPr>
        <p:spPr>
          <a:xfrm>
            <a:off x="705200" y="2313250"/>
            <a:ext cx="11167800" cy="2980800"/>
          </a:xfrm>
          <a:prstGeom prst="rect">
            <a:avLst/>
          </a:prstGeom>
        </p:spPr>
        <p:txBody>
          <a:bodyPr spcFirstLastPara="1" wrap="square" lIns="182900" tIns="45700" rIns="9145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nowflake World Tour 2026">
  <a:themeElements>
    <a:clrScheme name="Snowflake Corp Colors">
      <a:dk1>
        <a:srgbClr val="252525"/>
      </a:dk1>
      <a:lt1>
        <a:srgbClr val="FFFFFF"/>
      </a:lt1>
      <a:dk2>
        <a:srgbClr val="11567F"/>
      </a:dk2>
      <a:lt2>
        <a:srgbClr val="FFFFFF"/>
      </a:lt2>
      <a:accent1>
        <a:srgbClr val="28B5E8"/>
      </a:accent1>
      <a:accent2>
        <a:srgbClr val="11567F"/>
      </a:accent2>
      <a:accent3>
        <a:srgbClr val="71D3DC"/>
      </a:accent3>
      <a:accent4>
        <a:srgbClr val="FF9F36"/>
      </a:accent4>
      <a:accent5>
        <a:srgbClr val="7D44CF"/>
      </a:accent5>
      <a:accent6>
        <a:srgbClr val="D35B90"/>
      </a:accent6>
      <a:hlink>
        <a:srgbClr val="28B5E8"/>
      </a:hlink>
      <a:folHlink>
        <a:srgbClr val="BFBFB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858</Words>
  <Application>Microsoft Macintosh PowerPoint</Application>
  <PresentationFormat>Custom</PresentationFormat>
  <Paragraphs>91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Inter</vt:lpstr>
      <vt:lpstr>Arial</vt:lpstr>
      <vt:lpstr>Arial Black</vt:lpstr>
      <vt:lpstr>Lato</vt:lpstr>
      <vt:lpstr>Calibri</vt:lpstr>
      <vt:lpstr>Snowflake World Tour 2026</vt:lpstr>
      <vt:lpstr>PowerPoint Presentation</vt:lpstr>
      <vt:lpstr>The World Is Changing </vt:lpstr>
      <vt:lpstr>Top Concerns From Security Leaders</vt:lpstr>
      <vt:lpstr>Security Investments at a Glance</vt:lpstr>
      <vt:lpstr>Trust Center</vt:lpstr>
      <vt:lpstr>DEMO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Colm Moynihan</cp:lastModifiedBy>
  <cp:revision>2</cp:revision>
  <dcterms:modified xsi:type="dcterms:W3CDTF">2026-09-07T12:46:03Z</dcterms:modified>
</cp:coreProperties>
</file>